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93" r:id="rId2"/>
  </p:sldMasterIdLst>
  <p:notesMasterIdLst>
    <p:notesMasterId r:id="rId21"/>
  </p:notesMasterIdLst>
  <p:sldIdLst>
    <p:sldId id="256" r:id="rId3"/>
    <p:sldId id="265" r:id="rId4"/>
    <p:sldId id="266" r:id="rId5"/>
    <p:sldId id="260" r:id="rId6"/>
    <p:sldId id="258" r:id="rId7"/>
    <p:sldId id="259" r:id="rId8"/>
    <p:sldId id="261" r:id="rId9"/>
    <p:sldId id="274" r:id="rId10"/>
    <p:sldId id="273" r:id="rId11"/>
    <p:sldId id="267" r:id="rId12"/>
    <p:sldId id="268" r:id="rId13"/>
    <p:sldId id="270" r:id="rId14"/>
    <p:sldId id="269" r:id="rId15"/>
    <p:sldId id="262" r:id="rId16"/>
    <p:sldId id="263" r:id="rId17"/>
    <p:sldId id="271" r:id="rId18"/>
    <p:sldId id="272" r:id="rId19"/>
    <p:sldId id="275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Context" id="{6A3E5DF2-A4E8-3E46-A2BB-64F92D54B8D3}">
          <p14:sldIdLst>
            <p14:sldId id="256"/>
            <p14:sldId id="265"/>
            <p14:sldId id="266"/>
            <p14:sldId id="260"/>
          </p14:sldIdLst>
        </p14:section>
        <p14:section name="Problem" id="{5B41584B-8EC2-5D45-9CFB-E3EA29F06E0C}">
          <p14:sldIdLst>
            <p14:sldId id="258"/>
            <p14:sldId id="259"/>
          </p14:sldIdLst>
        </p14:section>
        <p14:section name="Solution" id="{B6B10FF8-27D7-1847-B5C9-1CECD5B48290}">
          <p14:sldIdLst>
            <p14:sldId id="261"/>
            <p14:sldId id="274"/>
            <p14:sldId id="273"/>
            <p14:sldId id="267"/>
            <p14:sldId id="268"/>
            <p14:sldId id="270"/>
            <p14:sldId id="269"/>
            <p14:sldId id="262"/>
          </p14:sldIdLst>
        </p14:section>
        <p14:section name="End Matter" id="{78CAA0CF-B863-D942-9974-D1FDC2BD1098}">
          <p14:sldIdLst>
            <p14:sldId id="263"/>
            <p14:sldId id="271"/>
            <p14:sldId id="272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84" autoAdjust="0"/>
    <p:restoredTop sz="86488" autoAdjust="0"/>
  </p:normalViewPr>
  <p:slideViewPr>
    <p:cSldViewPr snapToGrid="0">
      <p:cViewPr>
        <p:scale>
          <a:sx n="109" d="100"/>
          <a:sy n="109" d="100"/>
        </p:scale>
        <p:origin x="6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89C7EF-6036-44D0-AC86-3AB4B1176B1B}" type="datetimeFigureOut">
              <a:rPr lang="fr-FR" smtClean="0"/>
              <a:t>23/06/2024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3D5660-3C79-49B3-A860-FC3C1F08A73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8726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1645dec08e4_0_225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1645dec08e4_0_225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1645dec08e4_0_226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1645dec08e4_0_226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Ecology</a:t>
            </a:r>
          </a:p>
          <a:p>
            <a:r>
              <a:rPr lang="en-GB" dirty="0"/>
              <a:t>Economy</a:t>
            </a:r>
          </a:p>
          <a:p>
            <a:r>
              <a:rPr lang="en-GB" dirty="0"/>
              <a:t>Applied to many fields</a:t>
            </a:r>
          </a:p>
          <a:p>
            <a:pPr lvl="1"/>
            <a:r>
              <a:rPr lang="en-GB" dirty="0"/>
              <a:t>Construction</a:t>
            </a:r>
          </a:p>
          <a:p>
            <a:pPr lvl="1"/>
            <a:r>
              <a:rPr lang="en-GB" dirty="0"/>
              <a:t>Carpentry</a:t>
            </a:r>
          </a:p>
          <a:p>
            <a:pPr lvl="1"/>
            <a:r>
              <a:rPr lang="en-GB" dirty="0" err="1"/>
              <a:t>Furnitures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3D5660-3C79-49B3-A860-FC3C1F08A73A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5330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Paper</a:t>
            </a:r>
          </a:p>
          <a:p>
            <a:r>
              <a:rPr lang="en-GB" dirty="0"/>
              <a:t>Implementation</a:t>
            </a:r>
          </a:p>
          <a:p>
            <a:r>
              <a:rPr lang="en-GB" dirty="0"/>
              <a:t>feedback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3D5660-3C79-49B3-A860-FC3C1F08A73A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3280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2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12" name="Google Shape;12;p2"/>
            <p:cNvCxnSpPr>
              <a:stCxn id="13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13" name="Google Shape;13;p2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2174100" y="1274867"/>
            <a:ext cx="7843600" cy="3527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333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2174300" y="4802600"/>
            <a:ext cx="7843600" cy="5644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cxnSp>
        <p:nvCxnSpPr>
          <p:cNvPr id="17" name="Google Shape;17;p2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224658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3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21" name="Google Shape;21;p3"/>
            <p:cNvCxnSpPr>
              <a:stCxn id="22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22" name="Google Shape;22;p3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1528000" y="3130897"/>
            <a:ext cx="9136000" cy="1359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title" idx="2" hasCustomPrompt="1"/>
          </p:nvPr>
        </p:nvSpPr>
        <p:spPr>
          <a:xfrm>
            <a:off x="4838400" y="1819744"/>
            <a:ext cx="2515200" cy="131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25" name="Google Shape;25;p3"/>
          <p:cNvSpPr txBox="1">
            <a:spLocks noGrp="1"/>
          </p:cNvSpPr>
          <p:nvPr>
            <p:ph type="subTitle" idx="1"/>
          </p:nvPr>
        </p:nvSpPr>
        <p:spPr>
          <a:xfrm>
            <a:off x="1528000" y="4557056"/>
            <a:ext cx="9136000" cy="48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cxnSp>
        <p:nvCxnSpPr>
          <p:cNvPr id="27" name="Google Shape;27;p3"/>
          <p:cNvCxnSpPr/>
          <p:nvPr/>
        </p:nvCxnSpPr>
        <p:spPr>
          <a:xfrm>
            <a:off x="957833" y="6135567"/>
            <a:ext cx="102852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1801374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" name="Google Shape;30;p4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31" name="Google Shape;31;p4"/>
            <p:cNvCxnSpPr>
              <a:stCxn id="32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32" name="Google Shape;32;p4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body" idx="1"/>
          </p:nvPr>
        </p:nvSpPr>
        <p:spPr>
          <a:xfrm>
            <a:off x="950867" y="1562200"/>
            <a:ext cx="10290400" cy="43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600"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cxnSp>
        <p:nvCxnSpPr>
          <p:cNvPr id="36" name="Google Shape;36;p4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725830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38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" name="Google Shape;39;p5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40" name="Google Shape;40;p5"/>
            <p:cNvCxnSpPr>
              <a:stCxn id="41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41" name="Google Shape;41;p5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42" name="Google Shape;42;p5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1"/>
          </p:nvPr>
        </p:nvSpPr>
        <p:spPr>
          <a:xfrm>
            <a:off x="1768353" y="3141833"/>
            <a:ext cx="3530000" cy="13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ubTitle" idx="2"/>
          </p:nvPr>
        </p:nvSpPr>
        <p:spPr>
          <a:xfrm>
            <a:off x="1768353" y="2644633"/>
            <a:ext cx="35300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subTitle" idx="3"/>
          </p:nvPr>
        </p:nvSpPr>
        <p:spPr>
          <a:xfrm>
            <a:off x="6893653" y="3141833"/>
            <a:ext cx="3530000" cy="13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4"/>
          </p:nvPr>
        </p:nvSpPr>
        <p:spPr>
          <a:xfrm>
            <a:off x="6893653" y="2644633"/>
            <a:ext cx="35300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cxnSp>
        <p:nvCxnSpPr>
          <p:cNvPr id="48" name="Google Shape;48;p5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4289966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6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52" name="Google Shape;52;p6"/>
            <p:cNvCxnSpPr>
              <a:stCxn id="53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53" name="Google Shape;53;p6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54" name="Google Shape;54;p6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cxnSp>
        <p:nvCxnSpPr>
          <p:cNvPr id="56" name="Google Shape;56;p6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767548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9" name="Google Shape;59;p7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60" name="Google Shape;60;p7"/>
            <p:cNvCxnSpPr>
              <a:stCxn id="61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61" name="Google Shape;61;p7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6047567" y="1373800"/>
            <a:ext cx="4778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64" name="Google Shape;64;p7"/>
          <p:cNvSpPr txBox="1">
            <a:spLocks noGrp="1"/>
          </p:cNvSpPr>
          <p:nvPr>
            <p:ph type="subTitle" idx="1"/>
          </p:nvPr>
        </p:nvSpPr>
        <p:spPr>
          <a:xfrm>
            <a:off x="6047567" y="2239000"/>
            <a:ext cx="4778400" cy="324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SzPts val="1400"/>
              <a:buChar char="●"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65" name="Google Shape;65;p7"/>
          <p:cNvSpPr>
            <a:spLocks noGrp="1"/>
          </p:cNvSpPr>
          <p:nvPr>
            <p:ph type="pic" idx="2"/>
          </p:nvPr>
        </p:nvSpPr>
        <p:spPr>
          <a:xfrm>
            <a:off x="1016832" y="1248400"/>
            <a:ext cx="4361200" cy="4361200"/>
          </a:xfrm>
          <a:prstGeom prst="ellipse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sp>
      <p:cxnSp>
        <p:nvCxnSpPr>
          <p:cNvPr id="66" name="Google Shape;66;p7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39766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9" name="Google Shape;69;p8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70" name="Google Shape;70;p8"/>
            <p:cNvCxnSpPr>
              <a:stCxn id="71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71" name="Google Shape;71;p8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72" name="Google Shape;72;p8"/>
          <p:cNvSpPr txBox="1">
            <a:spLocks noGrp="1"/>
          </p:cNvSpPr>
          <p:nvPr>
            <p:ph type="title"/>
          </p:nvPr>
        </p:nvSpPr>
        <p:spPr>
          <a:xfrm>
            <a:off x="1733600" y="1864400"/>
            <a:ext cx="8724800" cy="3129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10666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73" name="Google Shape;73;p8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cxnSp>
        <p:nvCxnSpPr>
          <p:cNvPr id="74" name="Google Shape;74;p8"/>
          <p:cNvCxnSpPr/>
          <p:nvPr/>
        </p:nvCxnSpPr>
        <p:spPr>
          <a:xfrm>
            <a:off x="1630067" y="6135567"/>
            <a:ext cx="961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4272162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7" name="Google Shape;77;p9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78" name="Google Shape;78;p9"/>
            <p:cNvCxnSpPr>
              <a:stCxn id="79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79" name="Google Shape;79;p9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80" name="Google Shape;80;p9"/>
          <p:cNvSpPr txBox="1">
            <a:spLocks noGrp="1"/>
          </p:cNvSpPr>
          <p:nvPr>
            <p:ph type="subTitle" idx="1"/>
          </p:nvPr>
        </p:nvSpPr>
        <p:spPr>
          <a:xfrm>
            <a:off x="1055967" y="2899000"/>
            <a:ext cx="4632400" cy="16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81" name="Google Shape;81;p9"/>
          <p:cNvSpPr txBox="1">
            <a:spLocks noGrp="1"/>
          </p:cNvSpPr>
          <p:nvPr>
            <p:ph type="title"/>
          </p:nvPr>
        </p:nvSpPr>
        <p:spPr>
          <a:xfrm>
            <a:off x="1055967" y="2033800"/>
            <a:ext cx="4632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82" name="Google Shape;82;p9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83" name="Google Shape;83;p9"/>
          <p:cNvSpPr>
            <a:spLocks noGrp="1"/>
          </p:cNvSpPr>
          <p:nvPr>
            <p:ph type="pic" idx="2"/>
          </p:nvPr>
        </p:nvSpPr>
        <p:spPr>
          <a:xfrm>
            <a:off x="6774849" y="1248400"/>
            <a:ext cx="4361200" cy="4361200"/>
          </a:xfrm>
          <a:prstGeom prst="ellipse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sp>
      <p:cxnSp>
        <p:nvCxnSpPr>
          <p:cNvPr id="84" name="Google Shape;84;p9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2454921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oogle Shape;86;p10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87" name="Google Shape;87;p10"/>
            <p:cNvCxnSpPr>
              <a:stCxn id="88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88" name="Google Shape;88;p10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89" name="Google Shape;89;p10"/>
          <p:cNvSpPr txBox="1">
            <a:spLocks noGrp="1"/>
          </p:cNvSpPr>
          <p:nvPr>
            <p:ph type="body" idx="1"/>
          </p:nvPr>
        </p:nvSpPr>
        <p:spPr>
          <a:xfrm>
            <a:off x="950867" y="5093700"/>
            <a:ext cx="10290400" cy="924000"/>
          </a:xfrm>
          <a:prstGeom prst="rect">
            <a:avLst/>
          </a:prstGeom>
          <a:solidFill>
            <a:schemeClr val="lt1"/>
          </a:solidFill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304792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533" b="1">
                <a:latin typeface="Philosopher"/>
                <a:ea typeface="Philosopher"/>
                <a:cs typeface="Philosopher"/>
                <a:sym typeface="Philosopher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0" name="Google Shape;90;p10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cxnSp>
        <p:nvCxnSpPr>
          <p:cNvPr id="91" name="Google Shape;91;p10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2980121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4" name="Google Shape;94;p11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95" name="Google Shape;95;p11"/>
            <p:cNvCxnSpPr>
              <a:stCxn id="96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96" name="Google Shape;96;p11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97" name="Google Shape;97;p11"/>
          <p:cNvSpPr txBox="1">
            <a:spLocks noGrp="1"/>
          </p:cNvSpPr>
          <p:nvPr>
            <p:ph type="title" hasCustomPrompt="1"/>
          </p:nvPr>
        </p:nvSpPr>
        <p:spPr>
          <a:xfrm>
            <a:off x="1483400" y="2123651"/>
            <a:ext cx="9225200" cy="1785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333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333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333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333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333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333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333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333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00"/>
              <a:buNone/>
              <a:defRPr sz="13333"/>
            </a:lvl9pPr>
          </a:lstStyle>
          <a:p>
            <a:r>
              <a:t>xx%</a:t>
            </a:r>
          </a:p>
        </p:txBody>
      </p:sp>
      <p:sp>
        <p:nvSpPr>
          <p:cNvPr id="98" name="Google Shape;98;p11"/>
          <p:cNvSpPr txBox="1">
            <a:spLocks noGrp="1"/>
          </p:cNvSpPr>
          <p:nvPr>
            <p:ph type="subTitle" idx="1"/>
          </p:nvPr>
        </p:nvSpPr>
        <p:spPr>
          <a:xfrm>
            <a:off x="1483400" y="4135951"/>
            <a:ext cx="9225200" cy="5984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99" name="Google Shape;99;p11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cxnSp>
        <p:nvCxnSpPr>
          <p:cNvPr id="100" name="Google Shape;100;p11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2931973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79408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4" name="Google Shape;104;p13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105" name="Google Shape;105;p13"/>
            <p:cNvCxnSpPr>
              <a:stCxn id="106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106" name="Google Shape;106;p13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ubTitle" idx="1"/>
          </p:nvPr>
        </p:nvSpPr>
        <p:spPr>
          <a:xfrm>
            <a:off x="1030084" y="5047235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09" name="Google Shape;109;p13"/>
          <p:cNvSpPr txBox="1">
            <a:spLocks noGrp="1"/>
          </p:cNvSpPr>
          <p:nvPr>
            <p:ph type="subTitle" idx="2"/>
          </p:nvPr>
        </p:nvSpPr>
        <p:spPr>
          <a:xfrm>
            <a:off x="1030083" y="4628191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10" name="Google Shape;110;p13"/>
          <p:cNvSpPr txBox="1">
            <a:spLocks noGrp="1"/>
          </p:cNvSpPr>
          <p:nvPr>
            <p:ph type="title" idx="3" hasCustomPrompt="1"/>
          </p:nvPr>
        </p:nvSpPr>
        <p:spPr>
          <a:xfrm>
            <a:off x="1954883" y="3851059"/>
            <a:ext cx="1112000" cy="59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5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9pPr>
          </a:lstStyle>
          <a:p>
            <a:r>
              <a:t>xx%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4"/>
          </p:nvPr>
        </p:nvSpPr>
        <p:spPr>
          <a:xfrm>
            <a:off x="4615200" y="5047235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5"/>
          </p:nvPr>
        </p:nvSpPr>
        <p:spPr>
          <a:xfrm>
            <a:off x="4615200" y="4628191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title" idx="6" hasCustomPrompt="1"/>
          </p:nvPr>
        </p:nvSpPr>
        <p:spPr>
          <a:xfrm>
            <a:off x="5540000" y="3851059"/>
            <a:ext cx="1112000" cy="59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5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9pPr>
          </a:lstStyle>
          <a:p>
            <a:r>
              <a:t>xx%</a:t>
            </a:r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7"/>
          </p:nvPr>
        </p:nvSpPr>
        <p:spPr>
          <a:xfrm>
            <a:off x="8200300" y="5047235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8"/>
          </p:nvPr>
        </p:nvSpPr>
        <p:spPr>
          <a:xfrm>
            <a:off x="8200300" y="4628191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title" idx="9" hasCustomPrompt="1"/>
          </p:nvPr>
        </p:nvSpPr>
        <p:spPr>
          <a:xfrm>
            <a:off x="9125100" y="3851059"/>
            <a:ext cx="1112000" cy="59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5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9pPr>
          </a:lstStyle>
          <a:p>
            <a:r>
              <a:t>xx%</a:t>
            </a:r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13"/>
          </p:nvPr>
        </p:nvSpPr>
        <p:spPr>
          <a:xfrm>
            <a:off x="2822717" y="2945437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14"/>
          </p:nvPr>
        </p:nvSpPr>
        <p:spPr>
          <a:xfrm>
            <a:off x="2822716" y="2526395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title" idx="15" hasCustomPrompt="1"/>
          </p:nvPr>
        </p:nvSpPr>
        <p:spPr>
          <a:xfrm>
            <a:off x="3747516" y="1749263"/>
            <a:ext cx="1112000" cy="59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5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9pPr>
          </a:lstStyle>
          <a:p>
            <a:r>
              <a:t>xx%</a:t>
            </a:r>
          </a:p>
        </p:txBody>
      </p:sp>
      <p:sp>
        <p:nvSpPr>
          <p:cNvPr id="120" name="Google Shape;120;p13"/>
          <p:cNvSpPr txBox="1">
            <a:spLocks noGrp="1"/>
          </p:cNvSpPr>
          <p:nvPr>
            <p:ph type="subTitle" idx="16"/>
          </p:nvPr>
        </p:nvSpPr>
        <p:spPr>
          <a:xfrm>
            <a:off x="6407833" y="2945437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21" name="Google Shape;121;p13"/>
          <p:cNvSpPr txBox="1">
            <a:spLocks noGrp="1"/>
          </p:cNvSpPr>
          <p:nvPr>
            <p:ph type="subTitle" idx="17"/>
          </p:nvPr>
        </p:nvSpPr>
        <p:spPr>
          <a:xfrm>
            <a:off x="6407833" y="2526395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22" name="Google Shape;122;p13"/>
          <p:cNvSpPr txBox="1">
            <a:spLocks noGrp="1"/>
          </p:cNvSpPr>
          <p:nvPr>
            <p:ph type="title" idx="18" hasCustomPrompt="1"/>
          </p:nvPr>
        </p:nvSpPr>
        <p:spPr>
          <a:xfrm>
            <a:off x="7332633" y="1749263"/>
            <a:ext cx="1112000" cy="59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5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667"/>
            </a:lvl9pPr>
          </a:lstStyle>
          <a:p>
            <a:r>
              <a:t>xx%</a:t>
            </a:r>
          </a:p>
        </p:txBody>
      </p:sp>
      <p:sp>
        <p:nvSpPr>
          <p:cNvPr id="123" name="Google Shape;123;p13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cxnSp>
        <p:nvCxnSpPr>
          <p:cNvPr id="124" name="Google Shape;124;p13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6911878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7" name="Google Shape;127;p14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128" name="Google Shape;128;p14"/>
            <p:cNvCxnSpPr>
              <a:stCxn id="129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129" name="Google Shape;129;p14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130" name="Google Shape;130;p14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131" name="Google Shape;131;p14"/>
          <p:cNvSpPr txBox="1">
            <a:spLocks noGrp="1"/>
          </p:cNvSpPr>
          <p:nvPr>
            <p:ph type="title"/>
          </p:nvPr>
        </p:nvSpPr>
        <p:spPr>
          <a:xfrm>
            <a:off x="3141800" y="4388200"/>
            <a:ext cx="5908400" cy="549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3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32" name="Google Shape;132;p14"/>
          <p:cNvSpPr txBox="1">
            <a:spLocks noGrp="1"/>
          </p:cNvSpPr>
          <p:nvPr>
            <p:ph type="subTitle" idx="1"/>
          </p:nvPr>
        </p:nvSpPr>
        <p:spPr>
          <a:xfrm>
            <a:off x="3141800" y="1920600"/>
            <a:ext cx="5908400" cy="218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cxnSp>
        <p:nvCxnSpPr>
          <p:cNvPr id="133" name="Google Shape;133;p14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1522149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6" name="Google Shape;136;p15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137" name="Google Shape;137;p15"/>
            <p:cNvCxnSpPr>
              <a:stCxn id="138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138" name="Google Shape;138;p15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140" name="Google Shape;140;p15"/>
          <p:cNvSpPr txBox="1">
            <a:spLocks noGrp="1"/>
          </p:cNvSpPr>
          <p:nvPr>
            <p:ph type="title"/>
          </p:nvPr>
        </p:nvSpPr>
        <p:spPr>
          <a:xfrm>
            <a:off x="3533860" y="2475317"/>
            <a:ext cx="7113600" cy="1359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41" name="Google Shape;141;p15"/>
          <p:cNvSpPr txBox="1">
            <a:spLocks noGrp="1"/>
          </p:cNvSpPr>
          <p:nvPr>
            <p:ph type="title" idx="2" hasCustomPrompt="1"/>
          </p:nvPr>
        </p:nvSpPr>
        <p:spPr>
          <a:xfrm>
            <a:off x="1544540" y="2475317"/>
            <a:ext cx="1868000" cy="1359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42" name="Google Shape;142;p15"/>
          <p:cNvSpPr txBox="1">
            <a:spLocks noGrp="1"/>
          </p:cNvSpPr>
          <p:nvPr>
            <p:ph type="subTitle" idx="1"/>
          </p:nvPr>
        </p:nvSpPr>
        <p:spPr>
          <a:xfrm>
            <a:off x="3533860" y="3901483"/>
            <a:ext cx="7113600" cy="48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cxnSp>
        <p:nvCxnSpPr>
          <p:cNvPr id="143" name="Google Shape;143;p15"/>
          <p:cNvCxnSpPr/>
          <p:nvPr/>
        </p:nvCxnSpPr>
        <p:spPr>
          <a:xfrm>
            <a:off x="933467" y="6135567"/>
            <a:ext cx="10307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5325658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6" name="Google Shape;146;p16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147" name="Google Shape;147;p16"/>
            <p:cNvCxnSpPr>
              <a:stCxn id="148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148" name="Google Shape;148;p16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149" name="Google Shape;149;p16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150" name="Google Shape;150;p16"/>
          <p:cNvSpPr txBox="1">
            <a:spLocks noGrp="1"/>
          </p:cNvSpPr>
          <p:nvPr>
            <p:ph type="title"/>
          </p:nvPr>
        </p:nvSpPr>
        <p:spPr>
          <a:xfrm>
            <a:off x="1324800" y="3130900"/>
            <a:ext cx="7426400" cy="1359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51" name="Google Shape;151;p16"/>
          <p:cNvSpPr txBox="1">
            <a:spLocks noGrp="1"/>
          </p:cNvSpPr>
          <p:nvPr>
            <p:ph type="title" idx="2" hasCustomPrompt="1"/>
          </p:nvPr>
        </p:nvSpPr>
        <p:spPr>
          <a:xfrm>
            <a:off x="1324800" y="1819744"/>
            <a:ext cx="2515200" cy="131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1"/>
          </p:nvPr>
        </p:nvSpPr>
        <p:spPr>
          <a:xfrm>
            <a:off x="1324800" y="4557064"/>
            <a:ext cx="7426400" cy="48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cxnSp>
        <p:nvCxnSpPr>
          <p:cNvPr id="153" name="Google Shape;153;p16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6431316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 header 3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6" name="Google Shape;156;p17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157" name="Google Shape;157;p17"/>
            <p:cNvCxnSpPr>
              <a:stCxn id="158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158" name="Google Shape;158;p17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159" name="Google Shape;159;p17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1832800" y="3130897"/>
            <a:ext cx="9136000" cy="1359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title" idx="2" hasCustomPrompt="1"/>
          </p:nvPr>
        </p:nvSpPr>
        <p:spPr>
          <a:xfrm>
            <a:off x="8453600" y="1819744"/>
            <a:ext cx="2515200" cy="131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62" name="Google Shape;162;p17"/>
          <p:cNvSpPr txBox="1">
            <a:spLocks noGrp="1"/>
          </p:cNvSpPr>
          <p:nvPr>
            <p:ph type="subTitle" idx="1"/>
          </p:nvPr>
        </p:nvSpPr>
        <p:spPr>
          <a:xfrm>
            <a:off x="1832800" y="4557056"/>
            <a:ext cx="9136000" cy="48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cxnSp>
        <p:nvCxnSpPr>
          <p:cNvPr id="163" name="Google Shape;163;p17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2929938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Section header 4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6" name="Google Shape;166;p18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167" name="Google Shape;167;p18"/>
            <p:cNvCxnSpPr>
              <a:stCxn id="168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168" name="Google Shape;168;p18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169" name="Google Shape;169;p18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170" name="Google Shape;170;p18"/>
          <p:cNvSpPr txBox="1">
            <a:spLocks noGrp="1"/>
          </p:cNvSpPr>
          <p:nvPr>
            <p:ph type="title"/>
          </p:nvPr>
        </p:nvSpPr>
        <p:spPr>
          <a:xfrm>
            <a:off x="2198600" y="2714433"/>
            <a:ext cx="7794800" cy="1359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71" name="Google Shape;171;p18"/>
          <p:cNvSpPr txBox="1">
            <a:spLocks noGrp="1"/>
          </p:cNvSpPr>
          <p:nvPr>
            <p:ph type="title" idx="2" hasCustomPrompt="1"/>
          </p:nvPr>
        </p:nvSpPr>
        <p:spPr>
          <a:xfrm>
            <a:off x="4838400" y="1403296"/>
            <a:ext cx="2515200" cy="131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72" name="Google Shape;172;p18"/>
          <p:cNvSpPr txBox="1">
            <a:spLocks noGrp="1"/>
          </p:cNvSpPr>
          <p:nvPr>
            <p:ph type="subTitle" idx="1"/>
          </p:nvPr>
        </p:nvSpPr>
        <p:spPr>
          <a:xfrm>
            <a:off x="2198600" y="4140597"/>
            <a:ext cx="7794800" cy="481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cxnSp>
        <p:nvCxnSpPr>
          <p:cNvPr id="173" name="Google Shape;173;p18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13334118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bg>
      <p:bgPr>
        <a:noFill/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6" name="Google Shape;176;p19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177" name="Google Shape;177;p19"/>
            <p:cNvCxnSpPr/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178" name="Google Shape;178;p19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180" name="Google Shape;180;p19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81" name="Google Shape;181;p19"/>
          <p:cNvSpPr txBox="1">
            <a:spLocks noGrp="1"/>
          </p:cNvSpPr>
          <p:nvPr>
            <p:ph type="body" idx="1"/>
          </p:nvPr>
        </p:nvSpPr>
        <p:spPr>
          <a:xfrm>
            <a:off x="950867" y="1867000"/>
            <a:ext cx="4976800" cy="36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2" name="Google Shape;182;p19"/>
          <p:cNvSpPr txBox="1">
            <a:spLocks noGrp="1"/>
          </p:cNvSpPr>
          <p:nvPr>
            <p:ph type="body" idx="2"/>
          </p:nvPr>
        </p:nvSpPr>
        <p:spPr>
          <a:xfrm>
            <a:off x="6264400" y="1867000"/>
            <a:ext cx="4976800" cy="36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83" name="Google Shape;183;p19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10659164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6" name="Google Shape;186;p20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187" name="Google Shape;187;p20"/>
            <p:cNvCxnSpPr>
              <a:stCxn id="188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188" name="Google Shape;188;p20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189" name="Google Shape;189;p20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190" name="Google Shape;190;p20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191" name="Google Shape;191;p20"/>
          <p:cNvSpPr txBox="1">
            <a:spLocks noGrp="1"/>
          </p:cNvSpPr>
          <p:nvPr>
            <p:ph type="subTitle" idx="1"/>
          </p:nvPr>
        </p:nvSpPr>
        <p:spPr>
          <a:xfrm>
            <a:off x="1024533" y="3217068"/>
            <a:ext cx="2961600" cy="11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92" name="Google Shape;192;p20"/>
          <p:cNvSpPr txBox="1">
            <a:spLocks noGrp="1"/>
          </p:cNvSpPr>
          <p:nvPr>
            <p:ph type="subTitle" idx="2"/>
          </p:nvPr>
        </p:nvSpPr>
        <p:spPr>
          <a:xfrm>
            <a:off x="1024529" y="2739903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93" name="Google Shape;193;p20"/>
          <p:cNvSpPr txBox="1">
            <a:spLocks noGrp="1"/>
          </p:cNvSpPr>
          <p:nvPr>
            <p:ph type="subTitle" idx="3"/>
          </p:nvPr>
        </p:nvSpPr>
        <p:spPr>
          <a:xfrm>
            <a:off x="4615200" y="3217068"/>
            <a:ext cx="2961600" cy="11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94" name="Google Shape;194;p20"/>
          <p:cNvSpPr txBox="1">
            <a:spLocks noGrp="1"/>
          </p:cNvSpPr>
          <p:nvPr>
            <p:ph type="subTitle" idx="4"/>
          </p:nvPr>
        </p:nvSpPr>
        <p:spPr>
          <a:xfrm>
            <a:off x="4615200" y="2739903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95" name="Google Shape;195;p20"/>
          <p:cNvSpPr txBox="1">
            <a:spLocks noGrp="1"/>
          </p:cNvSpPr>
          <p:nvPr>
            <p:ph type="subTitle" idx="5"/>
          </p:nvPr>
        </p:nvSpPr>
        <p:spPr>
          <a:xfrm>
            <a:off x="8194736" y="3217068"/>
            <a:ext cx="2961600" cy="11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196" name="Google Shape;196;p20"/>
          <p:cNvSpPr txBox="1">
            <a:spLocks noGrp="1"/>
          </p:cNvSpPr>
          <p:nvPr>
            <p:ph type="subTitle" idx="6"/>
          </p:nvPr>
        </p:nvSpPr>
        <p:spPr>
          <a:xfrm>
            <a:off x="8194740" y="2739903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cxnSp>
        <p:nvCxnSpPr>
          <p:cNvPr id="197" name="Google Shape;197;p20"/>
          <p:cNvCxnSpPr/>
          <p:nvPr/>
        </p:nvCxnSpPr>
        <p:spPr>
          <a:xfrm>
            <a:off x="954600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41434450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0" name="Google Shape;200;p21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201" name="Google Shape;201;p21"/>
            <p:cNvCxnSpPr>
              <a:stCxn id="202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202" name="Google Shape;202;p21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203" name="Google Shape;203;p21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204" name="Google Shape;204;p21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05" name="Google Shape;205;p21"/>
          <p:cNvSpPr txBox="1">
            <a:spLocks noGrp="1"/>
          </p:cNvSpPr>
          <p:nvPr>
            <p:ph type="subTitle" idx="1"/>
          </p:nvPr>
        </p:nvSpPr>
        <p:spPr>
          <a:xfrm>
            <a:off x="6858365" y="2508989"/>
            <a:ext cx="4332000" cy="8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subTitle" idx="2"/>
          </p:nvPr>
        </p:nvSpPr>
        <p:spPr>
          <a:xfrm>
            <a:off x="6858368" y="2031823"/>
            <a:ext cx="43320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subTitle" idx="3"/>
          </p:nvPr>
        </p:nvSpPr>
        <p:spPr>
          <a:xfrm>
            <a:off x="1001632" y="3811756"/>
            <a:ext cx="4332000" cy="8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08" name="Google Shape;208;p21"/>
          <p:cNvSpPr txBox="1">
            <a:spLocks noGrp="1"/>
          </p:cNvSpPr>
          <p:nvPr>
            <p:ph type="subTitle" idx="4"/>
          </p:nvPr>
        </p:nvSpPr>
        <p:spPr>
          <a:xfrm>
            <a:off x="1001635" y="3334589"/>
            <a:ext cx="43320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09" name="Google Shape;209;p21"/>
          <p:cNvSpPr txBox="1">
            <a:spLocks noGrp="1"/>
          </p:cNvSpPr>
          <p:nvPr>
            <p:ph type="subTitle" idx="5"/>
          </p:nvPr>
        </p:nvSpPr>
        <p:spPr>
          <a:xfrm>
            <a:off x="6858365" y="5114523"/>
            <a:ext cx="4332000" cy="8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10" name="Google Shape;210;p21"/>
          <p:cNvSpPr txBox="1">
            <a:spLocks noGrp="1"/>
          </p:cNvSpPr>
          <p:nvPr>
            <p:ph type="subTitle" idx="6"/>
          </p:nvPr>
        </p:nvSpPr>
        <p:spPr>
          <a:xfrm>
            <a:off x="6858368" y="4637356"/>
            <a:ext cx="43320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cxnSp>
        <p:nvCxnSpPr>
          <p:cNvPr id="211" name="Google Shape;211;p21"/>
          <p:cNvCxnSpPr/>
          <p:nvPr/>
        </p:nvCxnSpPr>
        <p:spPr>
          <a:xfrm>
            <a:off x="1618900" y="6135567"/>
            <a:ext cx="96240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3344021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4" name="Google Shape;214;p22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215" name="Google Shape;215;p22"/>
            <p:cNvCxnSpPr>
              <a:stCxn id="216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216" name="Google Shape;216;p22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217" name="Google Shape;217;p22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218" name="Google Shape;218;p22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19" name="Google Shape;219;p22"/>
          <p:cNvSpPr txBox="1">
            <a:spLocks noGrp="1"/>
          </p:cNvSpPr>
          <p:nvPr>
            <p:ph type="subTitle" idx="1"/>
          </p:nvPr>
        </p:nvSpPr>
        <p:spPr>
          <a:xfrm>
            <a:off x="2463035" y="2540472"/>
            <a:ext cx="3071200" cy="10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20" name="Google Shape;220;p22"/>
          <p:cNvSpPr txBox="1">
            <a:spLocks noGrp="1"/>
          </p:cNvSpPr>
          <p:nvPr>
            <p:ph type="subTitle" idx="2"/>
          </p:nvPr>
        </p:nvSpPr>
        <p:spPr>
          <a:xfrm>
            <a:off x="2463033" y="2110267"/>
            <a:ext cx="30712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21" name="Google Shape;221;p22"/>
          <p:cNvSpPr txBox="1">
            <a:spLocks noGrp="1"/>
          </p:cNvSpPr>
          <p:nvPr>
            <p:ph type="subTitle" idx="3"/>
          </p:nvPr>
        </p:nvSpPr>
        <p:spPr>
          <a:xfrm>
            <a:off x="6657767" y="2540472"/>
            <a:ext cx="3071200" cy="10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22" name="Google Shape;222;p22"/>
          <p:cNvSpPr txBox="1">
            <a:spLocks noGrp="1"/>
          </p:cNvSpPr>
          <p:nvPr>
            <p:ph type="subTitle" idx="4"/>
          </p:nvPr>
        </p:nvSpPr>
        <p:spPr>
          <a:xfrm>
            <a:off x="6657767" y="2110267"/>
            <a:ext cx="30712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23" name="Google Shape;223;p22"/>
          <p:cNvSpPr txBox="1">
            <a:spLocks noGrp="1"/>
          </p:cNvSpPr>
          <p:nvPr>
            <p:ph type="subTitle" idx="5"/>
          </p:nvPr>
        </p:nvSpPr>
        <p:spPr>
          <a:xfrm>
            <a:off x="2463035" y="4581503"/>
            <a:ext cx="3071200" cy="10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24" name="Google Shape;224;p22"/>
          <p:cNvSpPr txBox="1">
            <a:spLocks noGrp="1"/>
          </p:cNvSpPr>
          <p:nvPr>
            <p:ph type="subTitle" idx="6"/>
          </p:nvPr>
        </p:nvSpPr>
        <p:spPr>
          <a:xfrm>
            <a:off x="2463033" y="4150753"/>
            <a:ext cx="30712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25" name="Google Shape;225;p22"/>
          <p:cNvSpPr txBox="1">
            <a:spLocks noGrp="1"/>
          </p:cNvSpPr>
          <p:nvPr>
            <p:ph type="subTitle" idx="7"/>
          </p:nvPr>
        </p:nvSpPr>
        <p:spPr>
          <a:xfrm>
            <a:off x="6657767" y="4581501"/>
            <a:ext cx="3071200" cy="10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26" name="Google Shape;226;p22"/>
          <p:cNvSpPr txBox="1">
            <a:spLocks noGrp="1"/>
          </p:cNvSpPr>
          <p:nvPr>
            <p:ph type="subTitle" idx="8"/>
          </p:nvPr>
        </p:nvSpPr>
        <p:spPr>
          <a:xfrm>
            <a:off x="6657767" y="4150752"/>
            <a:ext cx="30712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cxnSp>
        <p:nvCxnSpPr>
          <p:cNvPr id="227" name="Google Shape;227;p22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16428815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0" name="Google Shape;230;p23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231" name="Google Shape;231;p23"/>
            <p:cNvCxnSpPr>
              <a:stCxn id="232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232" name="Google Shape;232;p23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233" name="Google Shape;233;p23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234" name="Google Shape;234;p23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5" name="Google Shape;235;p23"/>
          <p:cNvSpPr txBox="1">
            <a:spLocks noGrp="1"/>
          </p:cNvSpPr>
          <p:nvPr>
            <p:ph type="subTitle" idx="1"/>
          </p:nvPr>
        </p:nvSpPr>
        <p:spPr>
          <a:xfrm>
            <a:off x="1030092" y="4357003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36" name="Google Shape;236;p23"/>
          <p:cNvSpPr txBox="1">
            <a:spLocks noGrp="1"/>
          </p:cNvSpPr>
          <p:nvPr>
            <p:ph type="subTitle" idx="2"/>
          </p:nvPr>
        </p:nvSpPr>
        <p:spPr>
          <a:xfrm>
            <a:off x="1030092" y="3971453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37" name="Google Shape;237;p23"/>
          <p:cNvSpPr txBox="1">
            <a:spLocks noGrp="1"/>
          </p:cNvSpPr>
          <p:nvPr>
            <p:ph type="subTitle" idx="3"/>
          </p:nvPr>
        </p:nvSpPr>
        <p:spPr>
          <a:xfrm>
            <a:off x="4615200" y="4357003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38" name="Google Shape;238;p23"/>
          <p:cNvSpPr txBox="1">
            <a:spLocks noGrp="1"/>
          </p:cNvSpPr>
          <p:nvPr>
            <p:ph type="subTitle" idx="4"/>
          </p:nvPr>
        </p:nvSpPr>
        <p:spPr>
          <a:xfrm>
            <a:off x="4615200" y="3971453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39" name="Google Shape;239;p23"/>
          <p:cNvSpPr txBox="1">
            <a:spLocks noGrp="1"/>
          </p:cNvSpPr>
          <p:nvPr>
            <p:ph type="subTitle" idx="5"/>
          </p:nvPr>
        </p:nvSpPr>
        <p:spPr>
          <a:xfrm>
            <a:off x="8200308" y="4357003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40" name="Google Shape;240;p23"/>
          <p:cNvSpPr txBox="1">
            <a:spLocks noGrp="1"/>
          </p:cNvSpPr>
          <p:nvPr>
            <p:ph type="subTitle" idx="6"/>
          </p:nvPr>
        </p:nvSpPr>
        <p:spPr>
          <a:xfrm>
            <a:off x="8200308" y="3971453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41" name="Google Shape;241;p23"/>
          <p:cNvSpPr txBox="1">
            <a:spLocks noGrp="1"/>
          </p:cNvSpPr>
          <p:nvPr>
            <p:ph type="subTitle" idx="7"/>
          </p:nvPr>
        </p:nvSpPr>
        <p:spPr>
          <a:xfrm>
            <a:off x="1030092" y="2592929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42" name="Google Shape;242;p23"/>
          <p:cNvSpPr txBox="1">
            <a:spLocks noGrp="1"/>
          </p:cNvSpPr>
          <p:nvPr>
            <p:ph type="subTitle" idx="8"/>
          </p:nvPr>
        </p:nvSpPr>
        <p:spPr>
          <a:xfrm>
            <a:off x="1030092" y="2207380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43" name="Google Shape;243;p23"/>
          <p:cNvSpPr txBox="1">
            <a:spLocks noGrp="1"/>
          </p:cNvSpPr>
          <p:nvPr>
            <p:ph type="subTitle" idx="9"/>
          </p:nvPr>
        </p:nvSpPr>
        <p:spPr>
          <a:xfrm>
            <a:off x="4615200" y="2592929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44" name="Google Shape;244;p23"/>
          <p:cNvSpPr txBox="1">
            <a:spLocks noGrp="1"/>
          </p:cNvSpPr>
          <p:nvPr>
            <p:ph type="subTitle" idx="13"/>
          </p:nvPr>
        </p:nvSpPr>
        <p:spPr>
          <a:xfrm>
            <a:off x="4615200" y="2207380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45" name="Google Shape;245;p23"/>
          <p:cNvSpPr txBox="1">
            <a:spLocks noGrp="1"/>
          </p:cNvSpPr>
          <p:nvPr>
            <p:ph type="subTitle" idx="14"/>
          </p:nvPr>
        </p:nvSpPr>
        <p:spPr>
          <a:xfrm>
            <a:off x="8200308" y="2592929"/>
            <a:ext cx="2961600" cy="6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46" name="Google Shape;246;p23"/>
          <p:cNvSpPr txBox="1">
            <a:spLocks noGrp="1"/>
          </p:cNvSpPr>
          <p:nvPr>
            <p:ph type="subTitle" idx="15"/>
          </p:nvPr>
        </p:nvSpPr>
        <p:spPr>
          <a:xfrm>
            <a:off x="8200308" y="2207380"/>
            <a:ext cx="2961600" cy="4972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333" b="1"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cxnSp>
        <p:nvCxnSpPr>
          <p:cNvPr id="247" name="Google Shape;247;p23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271551460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0" name="Google Shape;250;p24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251" name="Google Shape;251;p24"/>
            <p:cNvCxnSpPr>
              <a:stCxn id="252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252" name="Google Shape;252;p24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253" name="Google Shape;253;p24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254" name="Google Shape;254;p24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cxnSp>
        <p:nvCxnSpPr>
          <p:cNvPr id="255" name="Google Shape;255;p24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22538669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8" name="Google Shape;258;p25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259" name="Google Shape;259;p25"/>
            <p:cNvCxnSpPr>
              <a:stCxn id="260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260" name="Google Shape;260;p25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261" name="Google Shape;261;p25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262" name="Google Shape;262;p25"/>
          <p:cNvSpPr txBox="1">
            <a:spLocks noGrp="1"/>
          </p:cNvSpPr>
          <p:nvPr>
            <p:ph type="title" hasCustomPrompt="1"/>
          </p:nvPr>
        </p:nvSpPr>
        <p:spPr>
          <a:xfrm>
            <a:off x="3788767" y="1298833"/>
            <a:ext cx="4614400" cy="12748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0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9pPr>
          </a:lstStyle>
          <a:p>
            <a:r>
              <a:t>xx%</a:t>
            </a:r>
          </a:p>
        </p:txBody>
      </p:sp>
      <p:sp>
        <p:nvSpPr>
          <p:cNvPr id="263" name="Google Shape;263;p25"/>
          <p:cNvSpPr txBox="1">
            <a:spLocks noGrp="1"/>
          </p:cNvSpPr>
          <p:nvPr>
            <p:ph type="subTitle" idx="1"/>
          </p:nvPr>
        </p:nvSpPr>
        <p:spPr>
          <a:xfrm>
            <a:off x="3788767" y="2597433"/>
            <a:ext cx="4614400" cy="5984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64" name="Google Shape;264;p25"/>
          <p:cNvSpPr txBox="1">
            <a:spLocks noGrp="1"/>
          </p:cNvSpPr>
          <p:nvPr>
            <p:ph type="title" idx="2" hasCustomPrompt="1"/>
          </p:nvPr>
        </p:nvSpPr>
        <p:spPr>
          <a:xfrm>
            <a:off x="1154033" y="3662167"/>
            <a:ext cx="4614400" cy="12748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0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9pPr>
          </a:lstStyle>
          <a:p>
            <a:r>
              <a:t>xx%</a:t>
            </a:r>
          </a:p>
        </p:txBody>
      </p:sp>
      <p:sp>
        <p:nvSpPr>
          <p:cNvPr id="265" name="Google Shape;265;p25"/>
          <p:cNvSpPr txBox="1">
            <a:spLocks noGrp="1"/>
          </p:cNvSpPr>
          <p:nvPr>
            <p:ph type="subTitle" idx="3"/>
          </p:nvPr>
        </p:nvSpPr>
        <p:spPr>
          <a:xfrm>
            <a:off x="1154033" y="4960767"/>
            <a:ext cx="4614400" cy="5984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66" name="Google Shape;266;p25"/>
          <p:cNvSpPr txBox="1">
            <a:spLocks noGrp="1"/>
          </p:cNvSpPr>
          <p:nvPr>
            <p:ph type="title" idx="4" hasCustomPrompt="1"/>
          </p:nvPr>
        </p:nvSpPr>
        <p:spPr>
          <a:xfrm>
            <a:off x="6423567" y="3662167"/>
            <a:ext cx="4614400" cy="12748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0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9pPr>
          </a:lstStyle>
          <a:p>
            <a:r>
              <a:t>xx%</a:t>
            </a:r>
          </a:p>
        </p:txBody>
      </p:sp>
      <p:sp>
        <p:nvSpPr>
          <p:cNvPr id="267" name="Google Shape;267;p25"/>
          <p:cNvSpPr txBox="1">
            <a:spLocks noGrp="1"/>
          </p:cNvSpPr>
          <p:nvPr>
            <p:ph type="subTitle" idx="5"/>
          </p:nvPr>
        </p:nvSpPr>
        <p:spPr>
          <a:xfrm>
            <a:off x="6423567" y="4960767"/>
            <a:ext cx="4614400" cy="5984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469320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0" name="Google Shape;270;p26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271" name="Google Shape;271;p26"/>
            <p:cNvCxnSpPr>
              <a:stCxn id="272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272" name="Google Shape;272;p26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273" name="Google Shape;273;p26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274" name="Google Shape;274;p26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75" name="Google Shape;275;p26"/>
          <p:cNvSpPr txBox="1">
            <a:spLocks noGrp="1"/>
          </p:cNvSpPr>
          <p:nvPr>
            <p:ph type="subTitle" idx="1"/>
          </p:nvPr>
        </p:nvSpPr>
        <p:spPr>
          <a:xfrm>
            <a:off x="2060600" y="5204349"/>
            <a:ext cx="807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cxnSp>
        <p:nvCxnSpPr>
          <p:cNvPr id="276" name="Google Shape;276;p26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19536811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9" name="Google Shape;279;p27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280" name="Google Shape;280;p27"/>
            <p:cNvCxnSpPr>
              <a:stCxn id="281" idx="6"/>
            </p:cNvCxnSpPr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281" name="Google Shape;281;p27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282" name="Google Shape;282;p27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283" name="Google Shape;283;p27"/>
          <p:cNvSpPr txBox="1">
            <a:spLocks noGrp="1"/>
          </p:cNvSpPr>
          <p:nvPr>
            <p:ph type="title"/>
          </p:nvPr>
        </p:nvSpPr>
        <p:spPr>
          <a:xfrm>
            <a:off x="1003400" y="1637800"/>
            <a:ext cx="4927200" cy="23172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84" name="Google Shape;284;p27"/>
          <p:cNvSpPr txBox="1">
            <a:spLocks noGrp="1"/>
          </p:cNvSpPr>
          <p:nvPr>
            <p:ph type="subTitle" idx="1"/>
          </p:nvPr>
        </p:nvSpPr>
        <p:spPr>
          <a:xfrm>
            <a:off x="1003400" y="3955000"/>
            <a:ext cx="4927200" cy="106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GB"/>
              <a:t>Click to edit Master subtitle style</a:t>
            </a:r>
            <a:endParaRPr/>
          </a:p>
        </p:txBody>
      </p:sp>
      <p:sp>
        <p:nvSpPr>
          <p:cNvPr id="285" name="Google Shape;285;p27"/>
          <p:cNvSpPr>
            <a:spLocks noGrp="1"/>
          </p:cNvSpPr>
          <p:nvPr>
            <p:ph type="pic" idx="2"/>
          </p:nvPr>
        </p:nvSpPr>
        <p:spPr>
          <a:xfrm>
            <a:off x="6827391" y="1248400"/>
            <a:ext cx="4361200" cy="4361200"/>
          </a:xfrm>
          <a:prstGeom prst="ellipse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sp>
      <p:cxnSp>
        <p:nvCxnSpPr>
          <p:cNvPr id="286" name="Google Shape;286;p27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24185454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bg>
      <p:bgPr>
        <a:noFill/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Google Shape;28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9" name="Google Shape;289;p28"/>
          <p:cNvGrpSpPr/>
          <p:nvPr/>
        </p:nvGrpSpPr>
        <p:grpSpPr>
          <a:xfrm>
            <a:off x="950867" y="483467"/>
            <a:ext cx="10292000" cy="478000"/>
            <a:chOff x="713150" y="362600"/>
            <a:chExt cx="7719000" cy="358500"/>
          </a:xfrm>
        </p:grpSpPr>
        <p:cxnSp>
          <p:nvCxnSpPr>
            <p:cNvPr id="290" name="Google Shape;290;p28"/>
            <p:cNvCxnSpPr/>
            <p:nvPr/>
          </p:nvCxnSpPr>
          <p:spPr>
            <a:xfrm>
              <a:off x="1071650" y="541850"/>
              <a:ext cx="7360500" cy="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7150" dist="19050" dir="5400000" algn="bl" rotWithShape="0">
                <a:schemeClr val="dk2">
                  <a:alpha val="50000"/>
                </a:schemeClr>
              </a:outerShdw>
            </a:effectLst>
          </p:spPr>
        </p:cxnSp>
        <p:sp>
          <p:nvSpPr>
            <p:cNvPr id="291" name="Google Shape;291;p28"/>
            <p:cNvSpPr/>
            <p:nvPr/>
          </p:nvSpPr>
          <p:spPr>
            <a:xfrm>
              <a:off x="713150" y="362600"/>
              <a:ext cx="358500" cy="3585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7150" dist="19050" dir="7680000" algn="bl" rotWithShape="0">
                <a:schemeClr val="dk2">
                  <a:alpha val="5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1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endParaRPr>
            </a:p>
          </p:txBody>
        </p:sp>
      </p:grpSp>
      <p:sp>
        <p:nvSpPr>
          <p:cNvPr id="292" name="Google Shape;292;p28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16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  <p:sp>
        <p:nvSpPr>
          <p:cNvPr id="293" name="Google Shape;293;p28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94" name="Google Shape;294;p28"/>
          <p:cNvSpPr txBox="1">
            <a:spLocks noGrp="1"/>
          </p:cNvSpPr>
          <p:nvPr>
            <p:ph type="body" idx="1"/>
          </p:nvPr>
        </p:nvSpPr>
        <p:spPr>
          <a:xfrm>
            <a:off x="950867" y="1867000"/>
            <a:ext cx="10290400" cy="17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295" name="Google Shape;295;p28"/>
          <p:cNvCxnSpPr/>
          <p:nvPr/>
        </p:nvCxnSpPr>
        <p:spPr>
          <a:xfrm>
            <a:off x="960167" y="6135551"/>
            <a:ext cx="10271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</p:spTree>
    <p:extLst>
      <p:ext uri="{BB962C8B-B14F-4D97-AF65-F5344CB8AC3E}">
        <p14:creationId xmlns:p14="http://schemas.microsoft.com/office/powerpoint/2010/main" val="20895783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8" name="Google Shape;308;p30"/>
          <p:cNvCxnSpPr/>
          <p:nvPr/>
        </p:nvCxnSpPr>
        <p:spPr>
          <a:xfrm>
            <a:off x="944800" y="6135567"/>
            <a:ext cx="102964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  <p:cxnSp>
        <p:nvCxnSpPr>
          <p:cNvPr id="309" name="Google Shape;309;p30"/>
          <p:cNvCxnSpPr/>
          <p:nvPr/>
        </p:nvCxnSpPr>
        <p:spPr>
          <a:xfrm>
            <a:off x="944800" y="719200"/>
            <a:ext cx="102964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  <p:sp>
        <p:nvSpPr>
          <p:cNvPr id="310" name="Google Shape;310;p30"/>
          <p:cNvSpPr/>
          <p:nvPr/>
        </p:nvSpPr>
        <p:spPr>
          <a:xfrm>
            <a:off x="1050833" y="5620900"/>
            <a:ext cx="266000" cy="266000"/>
          </a:xfrm>
          <a:prstGeom prst="star4">
            <a:avLst>
              <a:gd name="adj" fmla="val 24987"/>
            </a:avLst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84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11" name="Google Shape;311;p30"/>
          <p:cNvSpPr/>
          <p:nvPr/>
        </p:nvSpPr>
        <p:spPr>
          <a:xfrm>
            <a:off x="10783700" y="1026233"/>
            <a:ext cx="266000" cy="266000"/>
          </a:xfrm>
          <a:prstGeom prst="star4">
            <a:avLst>
              <a:gd name="adj" fmla="val 24987"/>
            </a:avLst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84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89891363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Google Shape;31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31"/>
          <p:cNvSpPr/>
          <p:nvPr/>
        </p:nvSpPr>
        <p:spPr>
          <a:xfrm>
            <a:off x="10483000" y="5720219"/>
            <a:ext cx="266000" cy="266000"/>
          </a:xfrm>
          <a:prstGeom prst="star4">
            <a:avLst>
              <a:gd name="adj" fmla="val 24987"/>
            </a:avLst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84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15" name="Google Shape;315;p31"/>
          <p:cNvSpPr/>
          <p:nvPr/>
        </p:nvSpPr>
        <p:spPr>
          <a:xfrm>
            <a:off x="10910100" y="5331919"/>
            <a:ext cx="266000" cy="266000"/>
          </a:xfrm>
          <a:prstGeom prst="star4">
            <a:avLst>
              <a:gd name="adj" fmla="val 24987"/>
            </a:avLst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84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16" name="Google Shape;316;p31"/>
          <p:cNvSpPr/>
          <p:nvPr/>
        </p:nvSpPr>
        <p:spPr>
          <a:xfrm>
            <a:off x="1086633" y="905519"/>
            <a:ext cx="266000" cy="266000"/>
          </a:xfrm>
          <a:prstGeom prst="star4">
            <a:avLst>
              <a:gd name="adj" fmla="val 24987"/>
            </a:avLst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840000" algn="bl" rotWithShape="0">
              <a:schemeClr val="dk2">
                <a:alpha val="50000"/>
              </a:scheme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13275583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E1B7EA-24E4-2BCB-A1A2-34235AE8E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55EE26-B4F0-5FA4-A46C-739E6FA8B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7E08E7-6A5F-18D3-3CC7-3EB44D1F3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5F2D9-4C3B-4AE2-BE24-365B36283484}" type="datetimeFigureOut">
              <a:rPr lang="fr-FR" smtClean="0"/>
              <a:t>23/06/2024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33C0AE-C582-1A42-0B3D-9E6894997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17A8BC5-4B3E-EFCA-AFB6-F942BD3BF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155909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971561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4"/>
          <p:cNvSpPr txBox="1">
            <a:spLocks noGrp="1"/>
          </p:cNvSpPr>
          <p:nvPr>
            <p:ph type="title"/>
          </p:nvPr>
        </p:nvSpPr>
        <p:spPr>
          <a:xfrm>
            <a:off x="955600" y="681367"/>
            <a:ext cx="10280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49138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hilosopher"/>
              <a:buNone/>
              <a:defRPr sz="34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hilosopher"/>
              <a:buNone/>
              <a:defRPr sz="34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hilosopher"/>
              <a:buNone/>
              <a:defRPr sz="34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hilosopher"/>
              <a:buNone/>
              <a:defRPr sz="34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hilosopher"/>
              <a:buNone/>
              <a:defRPr sz="34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hilosopher"/>
              <a:buNone/>
              <a:defRPr sz="34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hilosopher"/>
              <a:buNone/>
              <a:defRPr sz="34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hilosopher"/>
              <a:buNone/>
              <a:defRPr sz="34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hilosopher"/>
              <a:buNone/>
              <a:defRPr sz="34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867" y="1536633"/>
            <a:ext cx="102904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●"/>
              <a:defRPr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○"/>
              <a:defRPr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■"/>
              <a:defRPr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●"/>
              <a:defRPr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○"/>
              <a:defRPr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■"/>
              <a:defRPr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●"/>
              <a:defRPr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○"/>
              <a:defRPr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■"/>
              <a:defRPr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0867" y="549200"/>
            <a:ext cx="478000" cy="340000"/>
          </a:xfrm>
          <a:prstGeom prst="rect">
            <a:avLst/>
          </a:prstGeom>
          <a:noFill/>
          <a:ln>
            <a:noFill/>
          </a:ln>
          <a:effectLst>
            <a:outerShdw blurRad="57150" dist="19050" dir="768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20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algn="ctr" rtl="0">
              <a:buNone/>
              <a:defRPr sz="20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algn="ctr" rtl="0">
              <a:buNone/>
              <a:defRPr sz="20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algn="ctr" rtl="0">
              <a:buNone/>
              <a:defRPr sz="20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algn="ctr" rtl="0">
              <a:buNone/>
              <a:defRPr sz="20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algn="ctr" rtl="0">
              <a:buNone/>
              <a:defRPr sz="20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algn="ctr" rtl="0">
              <a:buNone/>
              <a:defRPr sz="20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algn="ctr" rtl="0">
              <a:buNone/>
              <a:defRPr sz="20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algn="ctr" rtl="0">
              <a:buNone/>
              <a:defRPr sz="2000" b="1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fld id="{0E37F4D5-81E5-4699-B673-2B62FB09E32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41745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90" r:id="rId28"/>
    <p:sldLayoutId id="2147483691" r:id="rId29"/>
    <p:sldLayoutId id="2147483692" r:id="rId30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19" name="Google Shape;319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9856850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RU-CUT Series 70 Sawmills">
            <a:extLst>
              <a:ext uri="{FF2B5EF4-FFF2-40B4-BE49-F238E27FC236}">
                <a16:creationId xmlns:a16="http://schemas.microsoft.com/office/drawing/2014/main" id="{74100883-88A6-6D92-EBFE-43CD1EE878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2" b="9158"/>
          <a:stretch/>
        </p:blipFill>
        <p:spPr bwMode="auto">
          <a:xfrm>
            <a:off x="0" y="0"/>
            <a:ext cx="12192000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346806B-40C3-D30B-8BF0-49254AFA6014}"/>
              </a:ext>
            </a:extLst>
          </p:cNvPr>
          <p:cNvSpPr/>
          <p:nvPr/>
        </p:nvSpPr>
        <p:spPr>
          <a:xfrm>
            <a:off x="522048" y="4593590"/>
            <a:ext cx="6385746" cy="226441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E5ED0-AF5E-C178-9F3B-3BD9B5682C72}"/>
              </a:ext>
            </a:extLst>
          </p:cNvPr>
          <p:cNvSpPr/>
          <p:nvPr/>
        </p:nvSpPr>
        <p:spPr>
          <a:xfrm>
            <a:off x="0" y="4593590"/>
            <a:ext cx="522047" cy="22644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1587C26-1631-9EBD-CF7B-ADB86337E848}"/>
              </a:ext>
            </a:extLst>
          </p:cNvPr>
          <p:cNvSpPr txBox="1"/>
          <p:nvPr/>
        </p:nvSpPr>
        <p:spPr>
          <a:xfrm>
            <a:off x="458673" y="4328732"/>
            <a:ext cx="6512495" cy="1602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9600" b="1" dirty="0" err="1">
                <a:solidFill>
                  <a:srgbClr val="FFFF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SawMill</a:t>
            </a:r>
            <a:r>
              <a:rPr lang="en-GB" sz="9600" b="1" dirty="0">
                <a:solidFill>
                  <a:srgbClr val="FFFF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++</a:t>
            </a:r>
            <a:endParaRPr lang="fr-FR" sz="9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1EB2D12-C61D-6553-0C2F-9D319C49F889}"/>
              </a:ext>
            </a:extLst>
          </p:cNvPr>
          <p:cNvSpPr txBox="1"/>
          <p:nvPr/>
        </p:nvSpPr>
        <p:spPr>
          <a:xfrm>
            <a:off x="522047" y="6136265"/>
            <a:ext cx="4997513" cy="721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4000" b="1" dirty="0">
                <a:solidFill>
                  <a:srgbClr val="FFFF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By Arthur LEMOINE</a:t>
            </a:r>
            <a:endParaRPr lang="fr-FR" sz="4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1901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D9BA8C0-C11F-70F5-9466-067F38A6D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9" y="719200"/>
            <a:ext cx="3227080" cy="968923"/>
          </a:xfrm>
        </p:spPr>
        <p:txBody>
          <a:bodyPr/>
          <a:lstStyle/>
          <a:p>
            <a:r>
              <a:rPr lang="en-GB" sz="5400" dirty="0">
                <a:solidFill>
                  <a:schemeClr val="tx1"/>
                </a:solidFill>
              </a:rPr>
              <a:t>History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CB6265-FEC7-E41F-2B2A-8B1A65C2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287" y="2535190"/>
            <a:ext cx="3052211" cy="301538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8E762F-73D7-CF5A-285E-F0C7B86A6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944" y="1533702"/>
            <a:ext cx="3311769" cy="325413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8" name="Google Shape;458;p45"/>
          <p:cNvCxnSpPr/>
          <p:nvPr/>
        </p:nvCxnSpPr>
        <p:spPr>
          <a:xfrm>
            <a:off x="960167" y="6135551"/>
            <a:ext cx="10282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cxn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>
              <a:spcBef>
                <a:spcPts val="0"/>
              </a:spcBef>
            </a:pPr>
            <a:r>
              <a:rPr lang="en" dirty="0"/>
              <a:t>Sawmills in France</a:t>
            </a:r>
            <a:endParaRPr i="1"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title" idx="4294967295"/>
          </p:nvPr>
        </p:nvSpPr>
        <p:spPr>
          <a:xfrm>
            <a:off x="7110413" y="2390838"/>
            <a:ext cx="5081587" cy="504825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r">
              <a:spcBef>
                <a:spcPts val="0"/>
              </a:spcBef>
            </a:pPr>
            <a:r>
              <a:rPr lang="en" sz="3333" dirty="0"/>
              <a:t>Average Annual Production</a:t>
            </a:r>
            <a:endParaRPr sz="3333"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title" idx="4294967295"/>
          </p:nvPr>
        </p:nvSpPr>
        <p:spPr>
          <a:xfrm>
            <a:off x="7819293" y="2940050"/>
            <a:ext cx="4372708" cy="620713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r">
              <a:spcBef>
                <a:spcPts val="0"/>
              </a:spcBef>
            </a:pPr>
            <a:r>
              <a:rPr lang="en" sz="4000" dirty="0"/>
              <a:t>800 m3 -&gt; 4716 m3 </a:t>
            </a:r>
            <a:endParaRPr sz="4000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A4BE29D4-7B82-C0CE-78EE-EAFC508B5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091" y="1780574"/>
            <a:ext cx="6561648" cy="4057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BC850F7D-9680-42E5-A428-EE74ECFB0B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5967" y="2797400"/>
            <a:ext cx="4632400" cy="1684400"/>
          </a:xfrm>
        </p:spPr>
        <p:txBody>
          <a:bodyPr/>
          <a:lstStyle/>
          <a:p>
            <a:r>
              <a:rPr lang="en-GB" dirty="0"/>
              <a:t>Two Years in the wood industry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9E50B2-0138-5BF9-710C-1606A538B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 personal experience</a:t>
            </a:r>
          </a:p>
        </p:txBody>
      </p:sp>
      <p:pic>
        <p:nvPicPr>
          <p:cNvPr id="17" name="Picture Placeholder 12" descr="A covered patio with a roof&#10;&#10;Description automatically generated">
            <a:extLst>
              <a:ext uri="{FF2B5EF4-FFF2-40B4-BE49-F238E27FC236}">
                <a16:creationId xmlns:a16="http://schemas.microsoft.com/office/drawing/2014/main" id="{7C449BBF-184D-A797-FE6B-D6ED9F9465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14" r="12514"/>
          <a:stretch>
            <a:fillRect/>
          </a:stretch>
        </p:blipFill>
        <p:spPr>
          <a:xfrm>
            <a:off x="7163881" y="908281"/>
            <a:ext cx="4235219" cy="4235219"/>
          </a:xfrm>
          <a:prstGeom prst="ellipse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pic>
      <p:pic>
        <p:nvPicPr>
          <p:cNvPr id="22" name="Picture Placeholder 20" descr="A roof of a building&#10;&#10;Description automatically generated">
            <a:extLst>
              <a:ext uri="{FF2B5EF4-FFF2-40B4-BE49-F238E27FC236}">
                <a16:creationId xmlns:a16="http://schemas.microsoft.com/office/drawing/2014/main" id="{AA0D8925-6EF5-2785-3131-9EBA983395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14" r="12514"/>
          <a:stretch>
            <a:fillRect/>
          </a:stretch>
        </p:blipFill>
        <p:spPr>
          <a:xfrm>
            <a:off x="4502943" y="3253612"/>
            <a:ext cx="2696107" cy="2696107"/>
          </a:xfrm>
          <a:prstGeom prst="ellipse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2">
                <a:alpha val="5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236430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D53E6-D496-3BDD-2DE3-03F898666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losses during the sawing process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E37DB4C-CF94-208D-1C39-B90112E5B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4533" y="4787956"/>
            <a:ext cx="2961600" cy="1144800"/>
          </a:xfrm>
        </p:spPr>
        <p:txBody>
          <a:bodyPr/>
          <a:lstStyle/>
          <a:p>
            <a:r>
              <a:rPr lang="en-GB" dirty="0"/>
              <a:t>Sawdust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659EE79-DDAD-9774-B8F8-2D5E96C1C63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024529" y="4310791"/>
            <a:ext cx="2961600" cy="497200"/>
          </a:xfrm>
        </p:spPr>
        <p:txBody>
          <a:bodyPr/>
          <a:lstStyle/>
          <a:p>
            <a:r>
              <a:rPr lang="en-GB" dirty="0"/>
              <a:t>~16%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DBB00833-3EC4-E2C6-AB89-0E850287535B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4615200" y="4787956"/>
            <a:ext cx="2961600" cy="1144800"/>
          </a:xfrm>
        </p:spPr>
        <p:txBody>
          <a:bodyPr/>
          <a:lstStyle/>
          <a:p>
            <a:r>
              <a:rPr lang="en-GB" dirty="0"/>
              <a:t>Bark &amp; Sapwood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6AC60721-5DE4-3CD2-1C3F-4443B1E6AD11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4615200" y="4310791"/>
            <a:ext cx="2961600" cy="497200"/>
          </a:xfrm>
        </p:spPr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~25%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B1A5EEB2-8766-68CD-91A7-A6056A1DFBA0}"/>
              </a:ext>
            </a:extLst>
          </p:cNvPr>
          <p:cNvSpPr>
            <a:spLocks noGrp="1"/>
          </p:cNvSpPr>
          <p:nvPr>
            <p:ph type="subTitle" idx="5"/>
          </p:nvPr>
        </p:nvSpPr>
        <p:spPr>
          <a:xfrm>
            <a:off x="8194736" y="4787956"/>
            <a:ext cx="2961600" cy="1144800"/>
          </a:xfrm>
        </p:spPr>
        <p:txBody>
          <a:bodyPr/>
          <a:lstStyle/>
          <a:p>
            <a:r>
              <a:rPr lang="en-GB" dirty="0"/>
              <a:t>Heart Quality</a:t>
            </a:r>
          </a:p>
          <a:p>
            <a:r>
              <a:rPr lang="en-GB" dirty="0"/>
              <a:t>&amp;</a:t>
            </a:r>
          </a:p>
          <a:p>
            <a:r>
              <a:rPr lang="en-GB" dirty="0"/>
              <a:t>Cut losses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86334381-C30C-A787-5E35-EB636B8F1E8E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8194740" y="4310791"/>
            <a:ext cx="2961600" cy="497200"/>
          </a:xfrm>
        </p:spPr>
        <p:txBody>
          <a:bodyPr/>
          <a:lstStyle/>
          <a:p>
            <a:r>
              <a:rPr lang="en-GB" dirty="0"/>
              <a:t>~23%</a:t>
            </a:r>
          </a:p>
        </p:txBody>
      </p:sp>
      <p:sp>
        <p:nvSpPr>
          <p:cNvPr id="16" name="Subtitle 6">
            <a:extLst>
              <a:ext uri="{FF2B5EF4-FFF2-40B4-BE49-F238E27FC236}">
                <a16:creationId xmlns:a16="http://schemas.microsoft.com/office/drawing/2014/main" id="{26B88C81-841E-408D-A0A3-2CD8A71E0847}"/>
              </a:ext>
            </a:extLst>
          </p:cNvPr>
          <p:cNvSpPr txBox="1">
            <a:spLocks/>
          </p:cNvSpPr>
          <p:nvPr/>
        </p:nvSpPr>
        <p:spPr>
          <a:xfrm>
            <a:off x="4615200" y="2092416"/>
            <a:ext cx="2961600" cy="1230037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333" b="1" i="0" u="none" strike="noStrike" cap="none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9pPr>
          </a:lstStyle>
          <a:p>
            <a:r>
              <a:rPr lang="en-GB" sz="7200" dirty="0"/>
              <a:t>~64%</a:t>
            </a:r>
          </a:p>
        </p:txBody>
      </p:sp>
    </p:spTree>
    <p:extLst>
      <p:ext uri="{BB962C8B-B14F-4D97-AF65-F5344CB8AC3E}">
        <p14:creationId xmlns:p14="http://schemas.microsoft.com/office/powerpoint/2010/main" val="3884520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B13F0-8D2D-3310-9FC6-2C0B91A54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Implications</a:t>
            </a:r>
          </a:p>
        </p:txBody>
      </p:sp>
      <p:grpSp>
        <p:nvGrpSpPr>
          <p:cNvPr id="6" name="Google Shape;9123;p77">
            <a:extLst>
              <a:ext uri="{FF2B5EF4-FFF2-40B4-BE49-F238E27FC236}">
                <a16:creationId xmlns:a16="http://schemas.microsoft.com/office/drawing/2014/main" id="{B26584D1-1ACE-447E-38FC-C480BC55E890}"/>
              </a:ext>
            </a:extLst>
          </p:cNvPr>
          <p:cNvGrpSpPr>
            <a:grpSpLocks noChangeAspect="1"/>
          </p:cNvGrpSpPr>
          <p:nvPr/>
        </p:nvGrpSpPr>
        <p:grpSpPr>
          <a:xfrm>
            <a:off x="2319436" y="2529000"/>
            <a:ext cx="1800000" cy="1800000"/>
            <a:chOff x="-62890750" y="2296300"/>
            <a:chExt cx="330825" cy="317450"/>
          </a:xfrm>
          <a:solidFill>
            <a:schemeClr val="tx1"/>
          </a:solidFill>
        </p:grpSpPr>
        <p:sp>
          <p:nvSpPr>
            <p:cNvPr id="7" name="Google Shape;9124;p77">
              <a:extLst>
                <a:ext uri="{FF2B5EF4-FFF2-40B4-BE49-F238E27FC236}">
                  <a16:creationId xmlns:a16="http://schemas.microsoft.com/office/drawing/2014/main" id="{190C6006-3E65-22D1-6895-D3CC7E00C610}"/>
                </a:ext>
              </a:extLst>
            </p:cNvPr>
            <p:cNvSpPr/>
            <p:nvPr/>
          </p:nvSpPr>
          <p:spPr>
            <a:xfrm>
              <a:off x="-62890750" y="2296300"/>
              <a:ext cx="313500" cy="195375"/>
            </a:xfrm>
            <a:custGeom>
              <a:avLst/>
              <a:gdLst/>
              <a:ahLst/>
              <a:cxnLst/>
              <a:rect l="l" t="t" r="r" b="b"/>
              <a:pathLst>
                <a:path w="12540" h="7815" extrusionOk="0">
                  <a:moveTo>
                    <a:pt x="11437" y="2080"/>
                  </a:moveTo>
                  <a:lnTo>
                    <a:pt x="11658" y="2931"/>
                  </a:lnTo>
                  <a:lnTo>
                    <a:pt x="10776" y="2742"/>
                  </a:lnTo>
                  <a:lnTo>
                    <a:pt x="11437" y="2080"/>
                  </a:lnTo>
                  <a:close/>
                  <a:moveTo>
                    <a:pt x="6617" y="1"/>
                  </a:moveTo>
                  <a:cubicBezTo>
                    <a:pt x="4916" y="1"/>
                    <a:pt x="3340" y="662"/>
                    <a:pt x="2112" y="1828"/>
                  </a:cubicBezTo>
                  <a:cubicBezTo>
                    <a:pt x="663" y="3277"/>
                    <a:pt x="1" y="5420"/>
                    <a:pt x="379" y="7467"/>
                  </a:cubicBezTo>
                  <a:cubicBezTo>
                    <a:pt x="442" y="7656"/>
                    <a:pt x="568" y="7814"/>
                    <a:pt x="789" y="7814"/>
                  </a:cubicBezTo>
                  <a:lnTo>
                    <a:pt x="852" y="7814"/>
                  </a:lnTo>
                  <a:cubicBezTo>
                    <a:pt x="1104" y="7783"/>
                    <a:pt x="1198" y="7562"/>
                    <a:pt x="1167" y="7341"/>
                  </a:cubicBezTo>
                  <a:cubicBezTo>
                    <a:pt x="852" y="5577"/>
                    <a:pt x="1419" y="3718"/>
                    <a:pt x="2710" y="2458"/>
                  </a:cubicBezTo>
                  <a:cubicBezTo>
                    <a:pt x="3719" y="1450"/>
                    <a:pt x="5136" y="851"/>
                    <a:pt x="6617" y="851"/>
                  </a:cubicBezTo>
                  <a:cubicBezTo>
                    <a:pt x="7940" y="851"/>
                    <a:pt x="9200" y="1324"/>
                    <a:pt x="10177" y="2206"/>
                  </a:cubicBezTo>
                  <a:lnTo>
                    <a:pt x="9610" y="2773"/>
                  </a:lnTo>
                  <a:cubicBezTo>
                    <a:pt x="9484" y="2899"/>
                    <a:pt x="9452" y="3057"/>
                    <a:pt x="9484" y="3183"/>
                  </a:cubicBezTo>
                  <a:cubicBezTo>
                    <a:pt x="9515" y="3340"/>
                    <a:pt x="9641" y="3403"/>
                    <a:pt x="9799" y="3466"/>
                  </a:cubicBezTo>
                  <a:lnTo>
                    <a:pt x="12036" y="3939"/>
                  </a:lnTo>
                  <a:lnTo>
                    <a:pt x="12130" y="3939"/>
                  </a:lnTo>
                  <a:cubicBezTo>
                    <a:pt x="12225" y="3939"/>
                    <a:pt x="12319" y="3876"/>
                    <a:pt x="12382" y="3813"/>
                  </a:cubicBezTo>
                  <a:cubicBezTo>
                    <a:pt x="12508" y="3687"/>
                    <a:pt x="12540" y="3561"/>
                    <a:pt x="12508" y="3403"/>
                  </a:cubicBezTo>
                  <a:lnTo>
                    <a:pt x="12036" y="1167"/>
                  </a:lnTo>
                  <a:cubicBezTo>
                    <a:pt x="12004" y="1009"/>
                    <a:pt x="11878" y="883"/>
                    <a:pt x="11752" y="851"/>
                  </a:cubicBezTo>
                  <a:cubicBezTo>
                    <a:pt x="11715" y="844"/>
                    <a:pt x="11678" y="840"/>
                    <a:pt x="11642" y="840"/>
                  </a:cubicBezTo>
                  <a:cubicBezTo>
                    <a:pt x="11526" y="840"/>
                    <a:pt x="11422" y="881"/>
                    <a:pt x="11374" y="977"/>
                  </a:cubicBezTo>
                  <a:lnTo>
                    <a:pt x="10776" y="1576"/>
                  </a:lnTo>
                  <a:cubicBezTo>
                    <a:pt x="9641" y="536"/>
                    <a:pt x="8129" y="1"/>
                    <a:pt x="661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9125;p77">
              <a:extLst>
                <a:ext uri="{FF2B5EF4-FFF2-40B4-BE49-F238E27FC236}">
                  <a16:creationId xmlns:a16="http://schemas.microsoft.com/office/drawing/2014/main" id="{88D73854-11DC-F952-D67E-936FE55CB3B7}"/>
                </a:ext>
              </a:extLst>
            </p:cNvPr>
            <p:cNvSpPr/>
            <p:nvPr/>
          </p:nvSpPr>
          <p:spPr>
            <a:xfrm>
              <a:off x="-62874975" y="2417475"/>
              <a:ext cx="315050" cy="196275"/>
            </a:xfrm>
            <a:custGeom>
              <a:avLst/>
              <a:gdLst/>
              <a:ahLst/>
              <a:cxnLst/>
              <a:rect l="l" t="t" r="r" b="b"/>
              <a:pathLst>
                <a:path w="12602" h="7851" extrusionOk="0">
                  <a:moveTo>
                    <a:pt x="977" y="4857"/>
                  </a:moveTo>
                  <a:lnTo>
                    <a:pt x="1827" y="5078"/>
                  </a:lnTo>
                  <a:lnTo>
                    <a:pt x="1166" y="5739"/>
                  </a:lnTo>
                  <a:lnTo>
                    <a:pt x="977" y="4857"/>
                  </a:lnTo>
                  <a:close/>
                  <a:moveTo>
                    <a:pt x="11779" y="1"/>
                  </a:moveTo>
                  <a:cubicBezTo>
                    <a:pt x="11759" y="1"/>
                    <a:pt x="11739" y="2"/>
                    <a:pt x="11720" y="6"/>
                  </a:cubicBezTo>
                  <a:cubicBezTo>
                    <a:pt x="11499" y="69"/>
                    <a:pt x="11373" y="289"/>
                    <a:pt x="11405" y="478"/>
                  </a:cubicBezTo>
                  <a:cubicBezTo>
                    <a:pt x="11720" y="2274"/>
                    <a:pt x="11184" y="4101"/>
                    <a:pt x="9861" y="5361"/>
                  </a:cubicBezTo>
                  <a:cubicBezTo>
                    <a:pt x="8853" y="6401"/>
                    <a:pt x="7435" y="7000"/>
                    <a:pt x="5986" y="7000"/>
                  </a:cubicBezTo>
                  <a:cubicBezTo>
                    <a:pt x="4631" y="7000"/>
                    <a:pt x="3371" y="6527"/>
                    <a:pt x="2394" y="5645"/>
                  </a:cubicBezTo>
                  <a:lnTo>
                    <a:pt x="2993" y="5046"/>
                  </a:lnTo>
                  <a:cubicBezTo>
                    <a:pt x="3088" y="4952"/>
                    <a:pt x="3151" y="4794"/>
                    <a:pt x="3088" y="4668"/>
                  </a:cubicBezTo>
                  <a:cubicBezTo>
                    <a:pt x="3056" y="4511"/>
                    <a:pt x="2962" y="4416"/>
                    <a:pt x="2772" y="4385"/>
                  </a:cubicBezTo>
                  <a:lnTo>
                    <a:pt x="536" y="3912"/>
                  </a:lnTo>
                  <a:cubicBezTo>
                    <a:pt x="506" y="3905"/>
                    <a:pt x="476" y="3901"/>
                    <a:pt x="446" y="3901"/>
                  </a:cubicBezTo>
                  <a:cubicBezTo>
                    <a:pt x="350" y="3901"/>
                    <a:pt x="254" y="3942"/>
                    <a:pt x="158" y="4038"/>
                  </a:cubicBezTo>
                  <a:cubicBezTo>
                    <a:pt x="32" y="4164"/>
                    <a:pt x="0" y="4290"/>
                    <a:pt x="32" y="4448"/>
                  </a:cubicBezTo>
                  <a:lnTo>
                    <a:pt x="504" y="6685"/>
                  </a:lnTo>
                  <a:cubicBezTo>
                    <a:pt x="536" y="6842"/>
                    <a:pt x="662" y="6937"/>
                    <a:pt x="788" y="7000"/>
                  </a:cubicBezTo>
                  <a:lnTo>
                    <a:pt x="882" y="7000"/>
                  </a:lnTo>
                  <a:cubicBezTo>
                    <a:pt x="1008" y="7000"/>
                    <a:pt x="1103" y="6968"/>
                    <a:pt x="1166" y="6874"/>
                  </a:cubicBezTo>
                  <a:lnTo>
                    <a:pt x="1764" y="6275"/>
                  </a:lnTo>
                  <a:cubicBezTo>
                    <a:pt x="2899" y="7315"/>
                    <a:pt x="4411" y="7850"/>
                    <a:pt x="5923" y="7850"/>
                  </a:cubicBezTo>
                  <a:cubicBezTo>
                    <a:pt x="7624" y="7850"/>
                    <a:pt x="9200" y="7189"/>
                    <a:pt x="10428" y="6023"/>
                  </a:cubicBezTo>
                  <a:cubicBezTo>
                    <a:pt x="11909" y="4511"/>
                    <a:pt x="12602" y="2400"/>
                    <a:pt x="12192" y="321"/>
                  </a:cubicBezTo>
                  <a:cubicBezTo>
                    <a:pt x="12164" y="123"/>
                    <a:pt x="11958" y="1"/>
                    <a:pt x="1177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126;p77">
              <a:extLst>
                <a:ext uri="{FF2B5EF4-FFF2-40B4-BE49-F238E27FC236}">
                  <a16:creationId xmlns:a16="http://schemas.microsoft.com/office/drawing/2014/main" id="{4F26C486-C234-0863-1CD1-E5A854D5D0CA}"/>
                </a:ext>
              </a:extLst>
            </p:cNvPr>
            <p:cNvSpPr/>
            <p:nvPr/>
          </p:nvSpPr>
          <p:spPr>
            <a:xfrm>
              <a:off x="-62822225" y="2357750"/>
              <a:ext cx="193000" cy="192975"/>
            </a:xfrm>
            <a:custGeom>
              <a:avLst/>
              <a:gdLst/>
              <a:ahLst/>
              <a:cxnLst/>
              <a:rect l="l" t="t" r="r" b="b"/>
              <a:pathLst>
                <a:path w="7720" h="7719" extrusionOk="0">
                  <a:moveTo>
                    <a:pt x="2238" y="1323"/>
                  </a:moveTo>
                  <a:lnTo>
                    <a:pt x="2238" y="1323"/>
                  </a:lnTo>
                  <a:cubicBezTo>
                    <a:pt x="2143" y="1544"/>
                    <a:pt x="2049" y="1827"/>
                    <a:pt x="1986" y="2111"/>
                  </a:cubicBezTo>
                  <a:lnTo>
                    <a:pt x="1419" y="2111"/>
                  </a:lnTo>
                  <a:cubicBezTo>
                    <a:pt x="1671" y="1796"/>
                    <a:pt x="1923" y="1512"/>
                    <a:pt x="2238" y="1323"/>
                  </a:cubicBezTo>
                  <a:close/>
                  <a:moveTo>
                    <a:pt x="3466" y="1040"/>
                  </a:moveTo>
                  <a:lnTo>
                    <a:pt x="3466" y="2111"/>
                  </a:lnTo>
                  <a:lnTo>
                    <a:pt x="2836" y="2111"/>
                  </a:lnTo>
                  <a:cubicBezTo>
                    <a:pt x="2994" y="1575"/>
                    <a:pt x="3246" y="1229"/>
                    <a:pt x="3466" y="1040"/>
                  </a:cubicBezTo>
                  <a:close/>
                  <a:moveTo>
                    <a:pt x="4254" y="1040"/>
                  </a:moveTo>
                  <a:cubicBezTo>
                    <a:pt x="4538" y="1229"/>
                    <a:pt x="4727" y="1575"/>
                    <a:pt x="4884" y="2111"/>
                  </a:cubicBezTo>
                  <a:lnTo>
                    <a:pt x="4254" y="2111"/>
                  </a:lnTo>
                  <a:lnTo>
                    <a:pt x="4254" y="1040"/>
                  </a:lnTo>
                  <a:close/>
                  <a:moveTo>
                    <a:pt x="5483" y="1323"/>
                  </a:moveTo>
                  <a:lnTo>
                    <a:pt x="5483" y="1323"/>
                  </a:lnTo>
                  <a:cubicBezTo>
                    <a:pt x="5798" y="1512"/>
                    <a:pt x="6081" y="1796"/>
                    <a:pt x="6302" y="2111"/>
                  </a:cubicBezTo>
                  <a:lnTo>
                    <a:pt x="5766" y="2111"/>
                  </a:lnTo>
                  <a:cubicBezTo>
                    <a:pt x="5672" y="1827"/>
                    <a:pt x="5609" y="1544"/>
                    <a:pt x="5483" y="1323"/>
                  </a:cubicBezTo>
                  <a:close/>
                  <a:moveTo>
                    <a:pt x="1765" y="2930"/>
                  </a:moveTo>
                  <a:cubicBezTo>
                    <a:pt x="1734" y="3245"/>
                    <a:pt x="1702" y="3560"/>
                    <a:pt x="1702" y="3875"/>
                  </a:cubicBezTo>
                  <a:cubicBezTo>
                    <a:pt x="1702" y="4190"/>
                    <a:pt x="1734" y="4537"/>
                    <a:pt x="1765" y="4820"/>
                  </a:cubicBezTo>
                  <a:lnTo>
                    <a:pt x="978" y="4820"/>
                  </a:lnTo>
                  <a:cubicBezTo>
                    <a:pt x="883" y="4537"/>
                    <a:pt x="820" y="4222"/>
                    <a:pt x="820" y="3875"/>
                  </a:cubicBezTo>
                  <a:cubicBezTo>
                    <a:pt x="820" y="3497"/>
                    <a:pt x="883" y="3214"/>
                    <a:pt x="978" y="2930"/>
                  </a:cubicBezTo>
                  <a:close/>
                  <a:moveTo>
                    <a:pt x="5136" y="2930"/>
                  </a:moveTo>
                  <a:cubicBezTo>
                    <a:pt x="5168" y="3245"/>
                    <a:pt x="5199" y="3560"/>
                    <a:pt x="5199" y="3875"/>
                  </a:cubicBezTo>
                  <a:cubicBezTo>
                    <a:pt x="5199" y="4222"/>
                    <a:pt x="5168" y="4537"/>
                    <a:pt x="5136" y="4820"/>
                  </a:cubicBezTo>
                  <a:lnTo>
                    <a:pt x="4286" y="4820"/>
                  </a:lnTo>
                  <a:lnTo>
                    <a:pt x="4286" y="2930"/>
                  </a:lnTo>
                  <a:close/>
                  <a:moveTo>
                    <a:pt x="6743" y="2930"/>
                  </a:moveTo>
                  <a:cubicBezTo>
                    <a:pt x="6869" y="3245"/>
                    <a:pt x="6900" y="3560"/>
                    <a:pt x="6900" y="3875"/>
                  </a:cubicBezTo>
                  <a:cubicBezTo>
                    <a:pt x="6900" y="4222"/>
                    <a:pt x="6869" y="4537"/>
                    <a:pt x="6743" y="4820"/>
                  </a:cubicBezTo>
                  <a:lnTo>
                    <a:pt x="5955" y="4820"/>
                  </a:lnTo>
                  <a:cubicBezTo>
                    <a:pt x="5987" y="4505"/>
                    <a:pt x="6018" y="4190"/>
                    <a:pt x="6018" y="3875"/>
                  </a:cubicBezTo>
                  <a:cubicBezTo>
                    <a:pt x="6018" y="3560"/>
                    <a:pt x="5987" y="3214"/>
                    <a:pt x="5955" y="2930"/>
                  </a:cubicBezTo>
                  <a:close/>
                  <a:moveTo>
                    <a:pt x="3466" y="2930"/>
                  </a:moveTo>
                  <a:lnTo>
                    <a:pt x="3466" y="4852"/>
                  </a:lnTo>
                  <a:lnTo>
                    <a:pt x="2647" y="4852"/>
                  </a:lnTo>
                  <a:cubicBezTo>
                    <a:pt x="2553" y="4537"/>
                    <a:pt x="2553" y="4222"/>
                    <a:pt x="2553" y="3875"/>
                  </a:cubicBezTo>
                  <a:cubicBezTo>
                    <a:pt x="2553" y="3497"/>
                    <a:pt x="2616" y="3214"/>
                    <a:pt x="2647" y="2930"/>
                  </a:cubicBezTo>
                  <a:close/>
                  <a:moveTo>
                    <a:pt x="6302" y="5640"/>
                  </a:moveTo>
                  <a:cubicBezTo>
                    <a:pt x="6081" y="5955"/>
                    <a:pt x="5798" y="6238"/>
                    <a:pt x="5483" y="6427"/>
                  </a:cubicBezTo>
                  <a:cubicBezTo>
                    <a:pt x="5609" y="6207"/>
                    <a:pt x="5672" y="5923"/>
                    <a:pt x="5766" y="5640"/>
                  </a:cubicBezTo>
                  <a:close/>
                  <a:moveTo>
                    <a:pt x="1986" y="5671"/>
                  </a:moveTo>
                  <a:cubicBezTo>
                    <a:pt x="2049" y="5955"/>
                    <a:pt x="2143" y="6238"/>
                    <a:pt x="2238" y="6459"/>
                  </a:cubicBezTo>
                  <a:cubicBezTo>
                    <a:pt x="1923" y="6238"/>
                    <a:pt x="1671" y="5955"/>
                    <a:pt x="1419" y="5671"/>
                  </a:cubicBezTo>
                  <a:close/>
                  <a:moveTo>
                    <a:pt x="4916" y="5640"/>
                  </a:moveTo>
                  <a:cubicBezTo>
                    <a:pt x="4727" y="6144"/>
                    <a:pt x="4538" y="6522"/>
                    <a:pt x="4286" y="6711"/>
                  </a:cubicBezTo>
                  <a:lnTo>
                    <a:pt x="4286" y="5640"/>
                  </a:lnTo>
                  <a:close/>
                  <a:moveTo>
                    <a:pt x="3466" y="5671"/>
                  </a:moveTo>
                  <a:lnTo>
                    <a:pt x="3466" y="6742"/>
                  </a:lnTo>
                  <a:cubicBezTo>
                    <a:pt x="3246" y="6553"/>
                    <a:pt x="2994" y="6144"/>
                    <a:pt x="2836" y="5671"/>
                  </a:cubicBezTo>
                  <a:close/>
                  <a:moveTo>
                    <a:pt x="3876" y="0"/>
                  </a:moveTo>
                  <a:cubicBezTo>
                    <a:pt x="2301" y="0"/>
                    <a:pt x="915" y="945"/>
                    <a:pt x="316" y="2332"/>
                  </a:cubicBezTo>
                  <a:cubicBezTo>
                    <a:pt x="127" y="2804"/>
                    <a:pt x="1" y="3308"/>
                    <a:pt x="1" y="3875"/>
                  </a:cubicBezTo>
                  <a:cubicBezTo>
                    <a:pt x="1" y="4411"/>
                    <a:pt x="127" y="4946"/>
                    <a:pt x="316" y="5419"/>
                  </a:cubicBezTo>
                  <a:cubicBezTo>
                    <a:pt x="915" y="6774"/>
                    <a:pt x="2301" y="7719"/>
                    <a:pt x="3876" y="7719"/>
                  </a:cubicBezTo>
                  <a:cubicBezTo>
                    <a:pt x="5451" y="7719"/>
                    <a:pt x="6806" y="6774"/>
                    <a:pt x="7405" y="5419"/>
                  </a:cubicBezTo>
                  <a:cubicBezTo>
                    <a:pt x="7594" y="4946"/>
                    <a:pt x="7720" y="4411"/>
                    <a:pt x="7720" y="3875"/>
                  </a:cubicBezTo>
                  <a:cubicBezTo>
                    <a:pt x="7720" y="3308"/>
                    <a:pt x="7594" y="2804"/>
                    <a:pt x="7405" y="2332"/>
                  </a:cubicBezTo>
                  <a:cubicBezTo>
                    <a:pt x="6806" y="945"/>
                    <a:pt x="5451" y="0"/>
                    <a:pt x="38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0" name="Google Shape;9078;p77">
            <a:extLst>
              <a:ext uri="{FF2B5EF4-FFF2-40B4-BE49-F238E27FC236}">
                <a16:creationId xmlns:a16="http://schemas.microsoft.com/office/drawing/2014/main" id="{4BE4CDE9-582B-9535-4CDB-0A6F87A060D3}"/>
              </a:ext>
            </a:extLst>
          </p:cNvPr>
          <p:cNvGrpSpPr>
            <a:grpSpLocks noChangeAspect="1"/>
          </p:cNvGrpSpPr>
          <p:nvPr/>
        </p:nvGrpSpPr>
        <p:grpSpPr>
          <a:xfrm>
            <a:off x="8412534" y="2546678"/>
            <a:ext cx="1800142" cy="1800000"/>
            <a:chOff x="-65131525" y="1914325"/>
            <a:chExt cx="316650" cy="316625"/>
          </a:xfrm>
          <a:solidFill>
            <a:schemeClr val="tx1"/>
          </a:solidFill>
        </p:grpSpPr>
        <p:sp>
          <p:nvSpPr>
            <p:cNvPr id="11" name="Google Shape;9079;p77">
              <a:extLst>
                <a:ext uri="{FF2B5EF4-FFF2-40B4-BE49-F238E27FC236}">
                  <a16:creationId xmlns:a16="http://schemas.microsoft.com/office/drawing/2014/main" id="{AE0FC3F3-4082-D61E-766C-2016AB19F48B}"/>
                </a:ext>
              </a:extLst>
            </p:cNvPr>
            <p:cNvSpPr/>
            <p:nvPr/>
          </p:nvSpPr>
          <p:spPr>
            <a:xfrm>
              <a:off x="-65024400" y="1949750"/>
              <a:ext cx="103175" cy="247350"/>
            </a:xfrm>
            <a:custGeom>
              <a:avLst/>
              <a:gdLst/>
              <a:ahLst/>
              <a:cxnLst/>
              <a:rect l="l" t="t" r="r" b="b"/>
              <a:pathLst>
                <a:path w="4127" h="9894" extrusionOk="0">
                  <a:moveTo>
                    <a:pt x="2048" y="1"/>
                  </a:moveTo>
                  <a:cubicBezTo>
                    <a:pt x="1859" y="1"/>
                    <a:pt x="1638" y="190"/>
                    <a:pt x="1638" y="379"/>
                  </a:cubicBezTo>
                  <a:lnTo>
                    <a:pt x="1638" y="851"/>
                  </a:lnTo>
                  <a:cubicBezTo>
                    <a:pt x="725" y="1040"/>
                    <a:pt x="0" y="1891"/>
                    <a:pt x="0" y="2868"/>
                  </a:cubicBezTo>
                  <a:cubicBezTo>
                    <a:pt x="0" y="3970"/>
                    <a:pt x="977" y="4632"/>
                    <a:pt x="1827" y="5262"/>
                  </a:cubicBezTo>
                  <a:cubicBezTo>
                    <a:pt x="2552" y="5829"/>
                    <a:pt x="3308" y="6333"/>
                    <a:pt x="3308" y="6995"/>
                  </a:cubicBezTo>
                  <a:cubicBezTo>
                    <a:pt x="3308" y="7656"/>
                    <a:pt x="2772" y="8255"/>
                    <a:pt x="2079" y="8255"/>
                  </a:cubicBezTo>
                  <a:cubicBezTo>
                    <a:pt x="1418" y="8255"/>
                    <a:pt x="851" y="7688"/>
                    <a:pt x="851" y="6995"/>
                  </a:cubicBezTo>
                  <a:cubicBezTo>
                    <a:pt x="851" y="6774"/>
                    <a:pt x="662" y="6617"/>
                    <a:pt x="441" y="6617"/>
                  </a:cubicBezTo>
                  <a:cubicBezTo>
                    <a:pt x="189" y="6617"/>
                    <a:pt x="32" y="6806"/>
                    <a:pt x="32" y="6995"/>
                  </a:cubicBezTo>
                  <a:cubicBezTo>
                    <a:pt x="32" y="7971"/>
                    <a:pt x="756" y="8854"/>
                    <a:pt x="1701" y="9011"/>
                  </a:cubicBezTo>
                  <a:lnTo>
                    <a:pt x="1701" y="9484"/>
                  </a:lnTo>
                  <a:cubicBezTo>
                    <a:pt x="1701" y="9704"/>
                    <a:pt x="1890" y="9893"/>
                    <a:pt x="2079" y="9893"/>
                  </a:cubicBezTo>
                  <a:cubicBezTo>
                    <a:pt x="2268" y="9893"/>
                    <a:pt x="2489" y="9704"/>
                    <a:pt x="2489" y="9484"/>
                  </a:cubicBezTo>
                  <a:lnTo>
                    <a:pt x="2489" y="9011"/>
                  </a:lnTo>
                  <a:cubicBezTo>
                    <a:pt x="3434" y="8791"/>
                    <a:pt x="4127" y="7971"/>
                    <a:pt x="4127" y="6995"/>
                  </a:cubicBezTo>
                  <a:cubicBezTo>
                    <a:pt x="4127" y="5892"/>
                    <a:pt x="3151" y="5231"/>
                    <a:pt x="2331" y="4600"/>
                  </a:cubicBezTo>
                  <a:cubicBezTo>
                    <a:pt x="1575" y="4033"/>
                    <a:pt x="819" y="3529"/>
                    <a:pt x="819" y="2868"/>
                  </a:cubicBezTo>
                  <a:cubicBezTo>
                    <a:pt x="788" y="2143"/>
                    <a:pt x="1386" y="1607"/>
                    <a:pt x="2048" y="1607"/>
                  </a:cubicBezTo>
                  <a:cubicBezTo>
                    <a:pt x="2709" y="1607"/>
                    <a:pt x="3277" y="2143"/>
                    <a:pt x="3277" y="2868"/>
                  </a:cubicBezTo>
                  <a:cubicBezTo>
                    <a:pt x="3277" y="3088"/>
                    <a:pt x="3466" y="3246"/>
                    <a:pt x="3686" y="3246"/>
                  </a:cubicBezTo>
                  <a:cubicBezTo>
                    <a:pt x="3938" y="3246"/>
                    <a:pt x="4096" y="3057"/>
                    <a:pt x="4096" y="2868"/>
                  </a:cubicBezTo>
                  <a:cubicBezTo>
                    <a:pt x="4096" y="1891"/>
                    <a:pt x="3371" y="1009"/>
                    <a:pt x="2426" y="851"/>
                  </a:cubicBezTo>
                  <a:lnTo>
                    <a:pt x="2426" y="379"/>
                  </a:lnTo>
                  <a:cubicBezTo>
                    <a:pt x="2426" y="158"/>
                    <a:pt x="2237" y="1"/>
                    <a:pt x="204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2" name="Google Shape;9080;p77">
              <a:extLst>
                <a:ext uri="{FF2B5EF4-FFF2-40B4-BE49-F238E27FC236}">
                  <a16:creationId xmlns:a16="http://schemas.microsoft.com/office/drawing/2014/main" id="{E8DA4567-B946-9106-FD3C-3414968113AB}"/>
                </a:ext>
              </a:extLst>
            </p:cNvPr>
            <p:cNvSpPr/>
            <p:nvPr/>
          </p:nvSpPr>
          <p:spPr>
            <a:xfrm>
              <a:off x="-65131525" y="1914325"/>
              <a:ext cx="316650" cy="316625"/>
            </a:xfrm>
            <a:custGeom>
              <a:avLst/>
              <a:gdLst/>
              <a:ahLst/>
              <a:cxnLst/>
              <a:rect l="l" t="t" r="r" b="b"/>
              <a:pathLst>
                <a:path w="12666" h="12665" extrusionOk="0">
                  <a:moveTo>
                    <a:pt x="6333" y="819"/>
                  </a:moveTo>
                  <a:cubicBezTo>
                    <a:pt x="9357" y="819"/>
                    <a:pt x="11846" y="3308"/>
                    <a:pt x="11846" y="6332"/>
                  </a:cubicBezTo>
                  <a:cubicBezTo>
                    <a:pt x="11846" y="9357"/>
                    <a:pt x="9357" y="11846"/>
                    <a:pt x="6333" y="11846"/>
                  </a:cubicBezTo>
                  <a:cubicBezTo>
                    <a:pt x="3308" y="11846"/>
                    <a:pt x="819" y="9357"/>
                    <a:pt x="819" y="6332"/>
                  </a:cubicBezTo>
                  <a:cubicBezTo>
                    <a:pt x="819" y="3308"/>
                    <a:pt x="3308" y="819"/>
                    <a:pt x="6333" y="819"/>
                  </a:cubicBezTo>
                  <a:close/>
                  <a:moveTo>
                    <a:pt x="6333" y="0"/>
                  </a:moveTo>
                  <a:cubicBezTo>
                    <a:pt x="2836" y="0"/>
                    <a:pt x="0" y="2835"/>
                    <a:pt x="0" y="6332"/>
                  </a:cubicBezTo>
                  <a:cubicBezTo>
                    <a:pt x="0" y="9830"/>
                    <a:pt x="2836" y="12665"/>
                    <a:pt x="6333" y="12665"/>
                  </a:cubicBezTo>
                  <a:cubicBezTo>
                    <a:pt x="9830" y="12665"/>
                    <a:pt x="12665" y="9830"/>
                    <a:pt x="12665" y="6332"/>
                  </a:cubicBezTo>
                  <a:cubicBezTo>
                    <a:pt x="12665" y="2835"/>
                    <a:pt x="9830" y="0"/>
                    <a:pt x="63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" name="Subtitle 3">
            <a:extLst>
              <a:ext uri="{FF2B5EF4-FFF2-40B4-BE49-F238E27FC236}">
                <a16:creationId xmlns:a16="http://schemas.microsoft.com/office/drawing/2014/main" id="{3B96897E-4E50-5317-5FEE-B03A1B47F156}"/>
              </a:ext>
            </a:extLst>
          </p:cNvPr>
          <p:cNvSpPr txBox="1">
            <a:spLocks/>
          </p:cNvSpPr>
          <p:nvPr/>
        </p:nvSpPr>
        <p:spPr>
          <a:xfrm>
            <a:off x="2526961" y="4518325"/>
            <a:ext cx="1380734" cy="582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●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1pPr>
            <a:lvl2pPr marL="1219170" marR="0" lvl="1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○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2pPr>
            <a:lvl3pPr marL="1828754" marR="0" lvl="2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■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3pPr>
            <a:lvl4pPr marL="2438339" marR="0" lvl="3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●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4pPr>
            <a:lvl5pPr marL="3047924" marR="0" lvl="4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○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5pPr>
            <a:lvl6pPr marL="3657509" marR="0" lvl="5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■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6pPr>
            <a:lvl7pPr marL="4267093" marR="0" lvl="6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●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7pPr>
            <a:lvl8pPr marL="4876678" marR="0" lvl="7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○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8pPr>
            <a:lvl9pPr marL="5486263" marR="0" lvl="8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■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9pPr>
          </a:lstStyle>
          <a:p>
            <a:pPr marL="186262" indent="0">
              <a:buNone/>
            </a:pPr>
            <a:r>
              <a:rPr lang="en-GB" dirty="0"/>
              <a:t>Ecology</a:t>
            </a:r>
          </a:p>
        </p:txBody>
      </p:sp>
      <p:sp>
        <p:nvSpPr>
          <p:cNvPr id="19" name="Subtitle 3">
            <a:extLst>
              <a:ext uri="{FF2B5EF4-FFF2-40B4-BE49-F238E27FC236}">
                <a16:creationId xmlns:a16="http://schemas.microsoft.com/office/drawing/2014/main" id="{5AD23FD5-C04D-3789-56EC-40C946228D5F}"/>
              </a:ext>
            </a:extLst>
          </p:cNvPr>
          <p:cNvSpPr txBox="1">
            <a:spLocks/>
          </p:cNvSpPr>
          <p:nvPr/>
        </p:nvSpPr>
        <p:spPr>
          <a:xfrm>
            <a:off x="8622238" y="4518325"/>
            <a:ext cx="1380734" cy="582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●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1pPr>
            <a:lvl2pPr marL="1219170" marR="0" lvl="1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○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2pPr>
            <a:lvl3pPr marL="1828754" marR="0" lvl="2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■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3pPr>
            <a:lvl4pPr marL="2438339" marR="0" lvl="3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●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4pPr>
            <a:lvl5pPr marL="3047924" marR="0" lvl="4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○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5pPr>
            <a:lvl6pPr marL="3657509" marR="0" lvl="5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■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6pPr>
            <a:lvl7pPr marL="4267093" marR="0" lvl="6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●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7pPr>
            <a:lvl8pPr marL="4876678" marR="0" lvl="7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○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8pPr>
            <a:lvl9pPr marL="5486263" marR="0" lvl="8" indent="-42332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ctor"/>
              <a:buChar char="■"/>
              <a:defRPr sz="1867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9pPr>
          </a:lstStyle>
          <a:p>
            <a:pPr marL="186262" indent="0">
              <a:buNone/>
            </a:pPr>
            <a:r>
              <a:rPr lang="en-GB" dirty="0"/>
              <a:t>Economy</a:t>
            </a:r>
          </a:p>
        </p:txBody>
      </p:sp>
    </p:spTree>
    <p:extLst>
      <p:ext uri="{BB962C8B-B14F-4D97-AF65-F5344CB8AC3E}">
        <p14:creationId xmlns:p14="http://schemas.microsoft.com/office/powerpoint/2010/main" val="35171474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CAA3E-E42A-D912-7108-D3B7F1F79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software</a:t>
            </a:r>
          </a:p>
        </p:txBody>
      </p:sp>
      <p:pic>
        <p:nvPicPr>
          <p:cNvPr id="38" name="Graphic 37" descr="Tablet with solid fill">
            <a:extLst>
              <a:ext uri="{FF2B5EF4-FFF2-40B4-BE49-F238E27FC236}">
                <a16:creationId xmlns:a16="http://schemas.microsoft.com/office/drawing/2014/main" id="{7C0A6F03-0130-B8BE-0AD5-7C383A098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34580" y="3169467"/>
            <a:ext cx="1800000" cy="1800000"/>
          </a:xfrm>
          <a:prstGeom prst="rect">
            <a:avLst/>
          </a:prstGeom>
        </p:spPr>
      </p:pic>
      <p:pic>
        <p:nvPicPr>
          <p:cNvPr id="40" name="Graphic 39" descr="Smart Phone with solid fill">
            <a:extLst>
              <a:ext uri="{FF2B5EF4-FFF2-40B4-BE49-F238E27FC236}">
                <a16:creationId xmlns:a16="http://schemas.microsoft.com/office/drawing/2014/main" id="{39262BE3-D55F-5D62-1984-EE75C25F84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24921" y="3399685"/>
            <a:ext cx="1311873" cy="1311873"/>
          </a:xfrm>
          <a:prstGeom prst="rect">
            <a:avLst/>
          </a:prstGeom>
        </p:spPr>
      </p:pic>
      <p:pic>
        <p:nvPicPr>
          <p:cNvPr id="42" name="Graphic 41" descr="Laptop with solid fill">
            <a:extLst>
              <a:ext uri="{FF2B5EF4-FFF2-40B4-BE49-F238E27FC236}">
                <a16:creationId xmlns:a16="http://schemas.microsoft.com/office/drawing/2014/main" id="{936B0AD5-009B-1FB9-0645-E0CC8789D6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13325" y="3169467"/>
            <a:ext cx="1800000" cy="1800000"/>
          </a:xfrm>
          <a:prstGeom prst="rect">
            <a:avLst/>
          </a:prstGeom>
        </p:spPr>
      </p:pic>
      <p:pic>
        <p:nvPicPr>
          <p:cNvPr id="44" name="Graphic 43" descr="Computer with solid fill">
            <a:extLst>
              <a:ext uri="{FF2B5EF4-FFF2-40B4-BE49-F238E27FC236}">
                <a16:creationId xmlns:a16="http://schemas.microsoft.com/office/drawing/2014/main" id="{BD152A64-1BDC-0F42-7FDF-DBF580932A7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29725" y="3169467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032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45841-5848-6E38-A64E-F30F72CB7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Objectives</a:t>
            </a:r>
          </a:p>
        </p:txBody>
      </p:sp>
      <p:sp>
        <p:nvSpPr>
          <p:cNvPr id="7" name="Subtitle 20">
            <a:extLst>
              <a:ext uri="{FF2B5EF4-FFF2-40B4-BE49-F238E27FC236}">
                <a16:creationId xmlns:a16="http://schemas.microsoft.com/office/drawing/2014/main" id="{EC2BDC44-F312-5773-3880-94DFFCF285FC}"/>
              </a:ext>
            </a:extLst>
          </p:cNvPr>
          <p:cNvSpPr txBox="1">
            <a:spLocks/>
          </p:cNvSpPr>
          <p:nvPr/>
        </p:nvSpPr>
        <p:spPr>
          <a:xfrm>
            <a:off x="1674086" y="2644633"/>
            <a:ext cx="3624262" cy="4972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333" b="1" i="0" u="none" strike="noStrike" cap="none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9pPr>
          </a:lstStyle>
          <a:p>
            <a:r>
              <a:rPr lang="en-GB" sz="2800"/>
              <a:t>Increase Efficiency</a:t>
            </a:r>
            <a:endParaRPr lang="en-GB" sz="2800" dirty="0"/>
          </a:p>
        </p:txBody>
      </p:sp>
      <p:sp>
        <p:nvSpPr>
          <p:cNvPr id="8" name="Subtitle 22">
            <a:extLst>
              <a:ext uri="{FF2B5EF4-FFF2-40B4-BE49-F238E27FC236}">
                <a16:creationId xmlns:a16="http://schemas.microsoft.com/office/drawing/2014/main" id="{04F18626-D8EA-9CC9-AF00-4F3E2CD45AE4}"/>
              </a:ext>
            </a:extLst>
          </p:cNvPr>
          <p:cNvSpPr txBox="1">
            <a:spLocks/>
          </p:cNvSpPr>
          <p:nvPr/>
        </p:nvSpPr>
        <p:spPr>
          <a:xfrm>
            <a:off x="6893653" y="2644633"/>
            <a:ext cx="3530000" cy="4972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333" b="1" i="0" u="none" strike="noStrike" cap="none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ctor"/>
              <a:buNone/>
              <a:defRPr sz="3200" b="0" i="0" u="none" strike="noStrike" cap="none">
                <a:solidFill>
                  <a:schemeClr val="dk1"/>
                </a:solidFill>
                <a:latin typeface="Actor"/>
                <a:ea typeface="Actor"/>
                <a:cs typeface="Actor"/>
                <a:sym typeface="Actor"/>
              </a:defRPr>
            </a:lvl9pPr>
          </a:lstStyle>
          <a:p>
            <a:r>
              <a:rPr lang="en-GB" sz="2800"/>
              <a:t>Minimise Losses</a:t>
            </a:r>
            <a:endParaRPr lang="en-GB" sz="2800" dirty="0"/>
          </a:p>
        </p:txBody>
      </p:sp>
      <p:grpSp>
        <p:nvGrpSpPr>
          <p:cNvPr id="9" name="Google Shape;9120;p77">
            <a:extLst>
              <a:ext uri="{FF2B5EF4-FFF2-40B4-BE49-F238E27FC236}">
                <a16:creationId xmlns:a16="http://schemas.microsoft.com/office/drawing/2014/main" id="{21DE40CA-F6D8-26DF-1F79-505856E58E04}"/>
              </a:ext>
            </a:extLst>
          </p:cNvPr>
          <p:cNvGrpSpPr>
            <a:grpSpLocks noChangeAspect="1"/>
          </p:cNvGrpSpPr>
          <p:nvPr/>
        </p:nvGrpSpPr>
        <p:grpSpPr>
          <a:xfrm>
            <a:off x="2351424" y="3544378"/>
            <a:ext cx="2269585" cy="1800000"/>
            <a:chOff x="-62882850" y="1999375"/>
            <a:chExt cx="315850" cy="250500"/>
          </a:xfrm>
          <a:solidFill>
            <a:schemeClr val="tx1"/>
          </a:solidFill>
        </p:grpSpPr>
        <p:sp>
          <p:nvSpPr>
            <p:cNvPr id="10" name="Google Shape;9121;p77">
              <a:extLst>
                <a:ext uri="{FF2B5EF4-FFF2-40B4-BE49-F238E27FC236}">
                  <a16:creationId xmlns:a16="http://schemas.microsoft.com/office/drawing/2014/main" id="{279043E4-7E6F-5341-A125-09DCFAB24DC0}"/>
                </a:ext>
              </a:extLst>
            </p:cNvPr>
            <p:cNvSpPr/>
            <p:nvPr/>
          </p:nvSpPr>
          <p:spPr>
            <a:xfrm>
              <a:off x="-62882850" y="1999375"/>
              <a:ext cx="315850" cy="250500"/>
            </a:xfrm>
            <a:custGeom>
              <a:avLst/>
              <a:gdLst/>
              <a:ahLst/>
              <a:cxnLst/>
              <a:rect l="l" t="t" r="r" b="b"/>
              <a:pathLst>
                <a:path w="12634" h="10020" extrusionOk="0">
                  <a:moveTo>
                    <a:pt x="10586" y="851"/>
                  </a:moveTo>
                  <a:cubicBezTo>
                    <a:pt x="10838" y="851"/>
                    <a:pt x="11027" y="1040"/>
                    <a:pt x="11027" y="1261"/>
                  </a:cubicBezTo>
                  <a:lnTo>
                    <a:pt x="11027" y="7499"/>
                  </a:lnTo>
                  <a:lnTo>
                    <a:pt x="1638" y="7499"/>
                  </a:lnTo>
                  <a:lnTo>
                    <a:pt x="1638" y="1261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close/>
                  <a:moveTo>
                    <a:pt x="11814" y="8318"/>
                  </a:moveTo>
                  <a:lnTo>
                    <a:pt x="11814" y="8727"/>
                  </a:lnTo>
                  <a:cubicBezTo>
                    <a:pt x="11814" y="8948"/>
                    <a:pt x="11594" y="9137"/>
                    <a:pt x="11405" y="9137"/>
                  </a:cubicBezTo>
                  <a:lnTo>
                    <a:pt x="1197" y="9137"/>
                  </a:lnTo>
                  <a:cubicBezTo>
                    <a:pt x="977" y="9137"/>
                    <a:pt x="788" y="8948"/>
                    <a:pt x="788" y="8727"/>
                  </a:cubicBezTo>
                  <a:lnTo>
                    <a:pt x="788" y="8318"/>
                  </a:ln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7499"/>
                  </a:lnTo>
                  <a:lnTo>
                    <a:pt x="378" y="7499"/>
                  </a:lnTo>
                  <a:cubicBezTo>
                    <a:pt x="158" y="7499"/>
                    <a:pt x="0" y="7688"/>
                    <a:pt x="0" y="7940"/>
                  </a:cubicBezTo>
                  <a:lnTo>
                    <a:pt x="0" y="8759"/>
                  </a:lnTo>
                  <a:cubicBezTo>
                    <a:pt x="0" y="9420"/>
                    <a:pt x="536" y="10019"/>
                    <a:pt x="1197" y="10019"/>
                  </a:cubicBezTo>
                  <a:lnTo>
                    <a:pt x="11405" y="10019"/>
                  </a:lnTo>
                  <a:cubicBezTo>
                    <a:pt x="12066" y="10019"/>
                    <a:pt x="12634" y="9452"/>
                    <a:pt x="12634" y="8759"/>
                  </a:cubicBezTo>
                  <a:lnTo>
                    <a:pt x="12634" y="7940"/>
                  </a:lnTo>
                  <a:cubicBezTo>
                    <a:pt x="12634" y="7656"/>
                    <a:pt x="12444" y="7499"/>
                    <a:pt x="12224" y="7499"/>
                  </a:cubicBezTo>
                  <a:lnTo>
                    <a:pt x="11814" y="7499"/>
                  </a:lnTo>
                  <a:lnTo>
                    <a:pt x="11814" y="1261"/>
                  </a:lnTo>
                  <a:cubicBezTo>
                    <a:pt x="11814" y="599"/>
                    <a:pt x="11247" y="1"/>
                    <a:pt x="1058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9122;p77">
              <a:extLst>
                <a:ext uri="{FF2B5EF4-FFF2-40B4-BE49-F238E27FC236}">
                  <a16:creationId xmlns:a16="http://schemas.microsoft.com/office/drawing/2014/main" id="{028784A1-7ADB-0DF4-BADE-5FB2AFDF0E19}"/>
                </a:ext>
              </a:extLst>
            </p:cNvPr>
            <p:cNvSpPr/>
            <p:nvPr/>
          </p:nvSpPr>
          <p:spPr>
            <a:xfrm>
              <a:off x="-62806475" y="2062375"/>
              <a:ext cx="146525" cy="103800"/>
            </a:xfrm>
            <a:custGeom>
              <a:avLst/>
              <a:gdLst/>
              <a:ahLst/>
              <a:cxnLst/>
              <a:rect l="l" t="t" r="r" b="b"/>
              <a:pathLst>
                <a:path w="5861" h="4152" extrusionOk="0">
                  <a:moveTo>
                    <a:pt x="3782" y="1"/>
                  </a:moveTo>
                  <a:cubicBezTo>
                    <a:pt x="3561" y="1"/>
                    <a:pt x="3341" y="221"/>
                    <a:pt x="3341" y="410"/>
                  </a:cubicBezTo>
                  <a:cubicBezTo>
                    <a:pt x="3341" y="631"/>
                    <a:pt x="3561" y="852"/>
                    <a:pt x="3782" y="852"/>
                  </a:cubicBezTo>
                  <a:lnTo>
                    <a:pt x="4443" y="852"/>
                  </a:lnTo>
                  <a:lnTo>
                    <a:pt x="2962" y="2332"/>
                  </a:lnTo>
                  <a:lnTo>
                    <a:pt x="2395" y="1765"/>
                  </a:lnTo>
                  <a:cubicBezTo>
                    <a:pt x="2332" y="1686"/>
                    <a:pt x="2230" y="1647"/>
                    <a:pt x="2124" y="1647"/>
                  </a:cubicBezTo>
                  <a:cubicBezTo>
                    <a:pt x="2017" y="1647"/>
                    <a:pt x="1907" y="1686"/>
                    <a:pt x="1828" y="1765"/>
                  </a:cubicBezTo>
                  <a:lnTo>
                    <a:pt x="159" y="3435"/>
                  </a:lnTo>
                  <a:cubicBezTo>
                    <a:pt x="1" y="3592"/>
                    <a:pt x="1" y="3876"/>
                    <a:pt x="159" y="4034"/>
                  </a:cubicBezTo>
                  <a:cubicBezTo>
                    <a:pt x="237" y="4112"/>
                    <a:pt x="348" y="4152"/>
                    <a:pt x="458" y="4152"/>
                  </a:cubicBezTo>
                  <a:cubicBezTo>
                    <a:pt x="568" y="4152"/>
                    <a:pt x="678" y="4112"/>
                    <a:pt x="757" y="4034"/>
                  </a:cubicBezTo>
                  <a:lnTo>
                    <a:pt x="2143" y="2647"/>
                  </a:lnTo>
                  <a:lnTo>
                    <a:pt x="2679" y="3183"/>
                  </a:lnTo>
                  <a:cubicBezTo>
                    <a:pt x="2758" y="3262"/>
                    <a:pt x="2868" y="3301"/>
                    <a:pt x="2978" y="3301"/>
                  </a:cubicBezTo>
                  <a:cubicBezTo>
                    <a:pt x="3088" y="3301"/>
                    <a:pt x="3199" y="3262"/>
                    <a:pt x="3278" y="3183"/>
                  </a:cubicBezTo>
                  <a:lnTo>
                    <a:pt x="5042" y="1419"/>
                  </a:lnTo>
                  <a:lnTo>
                    <a:pt x="5042" y="2080"/>
                  </a:lnTo>
                  <a:cubicBezTo>
                    <a:pt x="5042" y="2332"/>
                    <a:pt x="5231" y="2521"/>
                    <a:pt x="5451" y="2521"/>
                  </a:cubicBezTo>
                  <a:cubicBezTo>
                    <a:pt x="5640" y="2521"/>
                    <a:pt x="5861" y="2332"/>
                    <a:pt x="5861" y="2080"/>
                  </a:cubicBezTo>
                  <a:lnTo>
                    <a:pt x="5861" y="442"/>
                  </a:lnTo>
                  <a:cubicBezTo>
                    <a:pt x="5861" y="158"/>
                    <a:pt x="5672" y="1"/>
                    <a:pt x="545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8494;p75">
            <a:extLst>
              <a:ext uri="{FF2B5EF4-FFF2-40B4-BE49-F238E27FC236}">
                <a16:creationId xmlns:a16="http://schemas.microsoft.com/office/drawing/2014/main" id="{CC98832C-8140-C1C4-2905-67F4B80F06FE}"/>
              </a:ext>
            </a:extLst>
          </p:cNvPr>
          <p:cNvGrpSpPr>
            <a:grpSpLocks noChangeAspect="1"/>
          </p:cNvGrpSpPr>
          <p:nvPr/>
        </p:nvGrpSpPr>
        <p:grpSpPr>
          <a:xfrm>
            <a:off x="7867584" y="3470007"/>
            <a:ext cx="1582138" cy="1800000"/>
            <a:chOff x="2705375" y="238125"/>
            <a:chExt cx="424650" cy="483125"/>
          </a:xfrm>
          <a:solidFill>
            <a:schemeClr val="tx1"/>
          </a:solidFill>
        </p:grpSpPr>
        <p:sp>
          <p:nvSpPr>
            <p:cNvPr id="13" name="Google Shape;8495;p75">
              <a:extLst>
                <a:ext uri="{FF2B5EF4-FFF2-40B4-BE49-F238E27FC236}">
                  <a16:creationId xmlns:a16="http://schemas.microsoft.com/office/drawing/2014/main" id="{A19B57E1-C27D-8F74-AE6A-0C5B27370B93}"/>
                </a:ext>
              </a:extLst>
            </p:cNvPr>
            <p:cNvSpPr/>
            <p:nvPr/>
          </p:nvSpPr>
          <p:spPr>
            <a:xfrm>
              <a:off x="2705375" y="238125"/>
              <a:ext cx="424650" cy="483125"/>
            </a:xfrm>
            <a:custGeom>
              <a:avLst/>
              <a:gdLst/>
              <a:ahLst/>
              <a:cxnLst/>
              <a:rect l="l" t="t" r="r" b="b"/>
              <a:pathLst>
                <a:path w="16986" h="19325" extrusionOk="0">
                  <a:moveTo>
                    <a:pt x="10192" y="1132"/>
                  </a:moveTo>
                  <a:cubicBezTo>
                    <a:pt x="10503" y="1132"/>
                    <a:pt x="10756" y="1386"/>
                    <a:pt x="10756" y="1700"/>
                  </a:cubicBezTo>
                  <a:lnTo>
                    <a:pt x="10756" y="2265"/>
                  </a:lnTo>
                  <a:lnTo>
                    <a:pt x="6227" y="2265"/>
                  </a:lnTo>
                  <a:lnTo>
                    <a:pt x="6227" y="1700"/>
                  </a:lnTo>
                  <a:cubicBezTo>
                    <a:pt x="6227" y="1386"/>
                    <a:pt x="6481" y="1132"/>
                    <a:pt x="6795" y="1132"/>
                  </a:cubicBezTo>
                  <a:close/>
                  <a:moveTo>
                    <a:pt x="15285" y="3397"/>
                  </a:moveTo>
                  <a:cubicBezTo>
                    <a:pt x="15599" y="3397"/>
                    <a:pt x="15853" y="3651"/>
                    <a:pt x="15853" y="3965"/>
                  </a:cubicBezTo>
                  <a:lnTo>
                    <a:pt x="15853" y="4529"/>
                  </a:lnTo>
                  <a:lnTo>
                    <a:pt x="1133" y="4529"/>
                  </a:lnTo>
                  <a:lnTo>
                    <a:pt x="1133" y="3965"/>
                  </a:lnTo>
                  <a:cubicBezTo>
                    <a:pt x="1133" y="3651"/>
                    <a:pt x="1384" y="3397"/>
                    <a:pt x="1698" y="3397"/>
                  </a:cubicBezTo>
                  <a:close/>
                  <a:moveTo>
                    <a:pt x="14669" y="5661"/>
                  </a:moveTo>
                  <a:lnTo>
                    <a:pt x="13682" y="17679"/>
                  </a:lnTo>
                  <a:cubicBezTo>
                    <a:pt x="13658" y="17972"/>
                    <a:pt x="13410" y="18192"/>
                    <a:pt x="13120" y="18192"/>
                  </a:cubicBezTo>
                  <a:lnTo>
                    <a:pt x="3866" y="18192"/>
                  </a:lnTo>
                  <a:cubicBezTo>
                    <a:pt x="3573" y="18192"/>
                    <a:pt x="3325" y="17972"/>
                    <a:pt x="3301" y="17679"/>
                  </a:cubicBezTo>
                  <a:lnTo>
                    <a:pt x="2314" y="5661"/>
                  </a:lnTo>
                  <a:close/>
                  <a:moveTo>
                    <a:pt x="6795" y="0"/>
                  </a:moveTo>
                  <a:cubicBezTo>
                    <a:pt x="5856" y="0"/>
                    <a:pt x="5095" y="761"/>
                    <a:pt x="5095" y="1700"/>
                  </a:cubicBezTo>
                  <a:lnTo>
                    <a:pt x="5095" y="2265"/>
                  </a:lnTo>
                  <a:lnTo>
                    <a:pt x="1698" y="2265"/>
                  </a:lnTo>
                  <a:cubicBezTo>
                    <a:pt x="759" y="2265"/>
                    <a:pt x="1" y="3025"/>
                    <a:pt x="1" y="3965"/>
                  </a:cubicBezTo>
                  <a:lnTo>
                    <a:pt x="1" y="5097"/>
                  </a:lnTo>
                  <a:cubicBezTo>
                    <a:pt x="1" y="5408"/>
                    <a:pt x="252" y="5661"/>
                    <a:pt x="566" y="5661"/>
                  </a:cubicBezTo>
                  <a:lnTo>
                    <a:pt x="1176" y="5661"/>
                  </a:lnTo>
                  <a:lnTo>
                    <a:pt x="2172" y="17779"/>
                  </a:lnTo>
                  <a:lnTo>
                    <a:pt x="2172" y="17782"/>
                  </a:lnTo>
                  <a:cubicBezTo>
                    <a:pt x="2247" y="18655"/>
                    <a:pt x="2981" y="19325"/>
                    <a:pt x="3860" y="19325"/>
                  </a:cubicBezTo>
                  <a:cubicBezTo>
                    <a:pt x="3862" y="19325"/>
                    <a:pt x="3864" y="19325"/>
                    <a:pt x="3866" y="19324"/>
                  </a:cubicBezTo>
                  <a:lnTo>
                    <a:pt x="13120" y="19324"/>
                  </a:lnTo>
                  <a:cubicBezTo>
                    <a:pt x="13122" y="19325"/>
                    <a:pt x="13124" y="19325"/>
                    <a:pt x="13126" y="19325"/>
                  </a:cubicBezTo>
                  <a:cubicBezTo>
                    <a:pt x="14002" y="19325"/>
                    <a:pt x="14736" y="18655"/>
                    <a:pt x="14811" y="17779"/>
                  </a:cubicBezTo>
                  <a:lnTo>
                    <a:pt x="14811" y="17776"/>
                  </a:lnTo>
                  <a:lnTo>
                    <a:pt x="15808" y="5661"/>
                  </a:lnTo>
                  <a:lnTo>
                    <a:pt x="16418" y="5661"/>
                  </a:lnTo>
                  <a:cubicBezTo>
                    <a:pt x="16732" y="5661"/>
                    <a:pt x="16985" y="5408"/>
                    <a:pt x="16985" y="5097"/>
                  </a:cubicBezTo>
                  <a:lnTo>
                    <a:pt x="16985" y="3965"/>
                  </a:lnTo>
                  <a:cubicBezTo>
                    <a:pt x="16982" y="3025"/>
                    <a:pt x="16224" y="2265"/>
                    <a:pt x="15285" y="2265"/>
                  </a:cubicBezTo>
                  <a:lnTo>
                    <a:pt x="11889" y="2265"/>
                  </a:lnTo>
                  <a:lnTo>
                    <a:pt x="11889" y="1700"/>
                  </a:lnTo>
                  <a:cubicBezTo>
                    <a:pt x="11889" y="761"/>
                    <a:pt x="11128" y="0"/>
                    <a:pt x="1019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" name="Google Shape;8496;p75">
              <a:extLst>
                <a:ext uri="{FF2B5EF4-FFF2-40B4-BE49-F238E27FC236}">
                  <a16:creationId xmlns:a16="http://schemas.microsoft.com/office/drawing/2014/main" id="{0250EE73-9C1D-4BC7-1428-DDA60577F86F}"/>
                </a:ext>
              </a:extLst>
            </p:cNvPr>
            <p:cNvSpPr/>
            <p:nvPr/>
          </p:nvSpPr>
          <p:spPr>
            <a:xfrm>
              <a:off x="2903525" y="407950"/>
              <a:ext cx="28350" cy="228375"/>
            </a:xfrm>
            <a:custGeom>
              <a:avLst/>
              <a:gdLst/>
              <a:ahLst/>
              <a:cxnLst/>
              <a:rect l="l" t="t" r="r" b="b"/>
              <a:pathLst>
                <a:path w="1134" h="9135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lnTo>
                    <a:pt x="1" y="8570"/>
                  </a:lnTo>
                  <a:cubicBezTo>
                    <a:pt x="1" y="8881"/>
                    <a:pt x="252" y="9135"/>
                    <a:pt x="566" y="9135"/>
                  </a:cubicBezTo>
                  <a:cubicBezTo>
                    <a:pt x="880" y="9135"/>
                    <a:pt x="1133" y="8881"/>
                    <a:pt x="1133" y="8570"/>
                  </a:cubicBezTo>
                  <a:lnTo>
                    <a:pt x="1133" y="568"/>
                  </a:ln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5" name="Google Shape;8497;p75">
              <a:extLst>
                <a:ext uri="{FF2B5EF4-FFF2-40B4-BE49-F238E27FC236}">
                  <a16:creationId xmlns:a16="http://schemas.microsoft.com/office/drawing/2014/main" id="{2249FDAB-88FD-CDC6-33C1-118446AE019C}"/>
                </a:ext>
              </a:extLst>
            </p:cNvPr>
            <p:cNvSpPr/>
            <p:nvPr/>
          </p:nvSpPr>
          <p:spPr>
            <a:xfrm>
              <a:off x="2988450" y="407950"/>
              <a:ext cx="28350" cy="228375"/>
            </a:xfrm>
            <a:custGeom>
              <a:avLst/>
              <a:gdLst/>
              <a:ahLst/>
              <a:cxnLst/>
              <a:rect l="l" t="t" r="r" b="b"/>
              <a:pathLst>
                <a:path w="1134" h="9135" extrusionOk="0">
                  <a:moveTo>
                    <a:pt x="566" y="1"/>
                  </a:moveTo>
                  <a:cubicBezTo>
                    <a:pt x="251" y="1"/>
                    <a:pt x="1" y="254"/>
                    <a:pt x="1" y="568"/>
                  </a:cubicBezTo>
                  <a:lnTo>
                    <a:pt x="1" y="8570"/>
                  </a:lnTo>
                  <a:cubicBezTo>
                    <a:pt x="1" y="8881"/>
                    <a:pt x="251" y="9135"/>
                    <a:pt x="566" y="9135"/>
                  </a:cubicBezTo>
                  <a:cubicBezTo>
                    <a:pt x="880" y="9135"/>
                    <a:pt x="1133" y="8881"/>
                    <a:pt x="1133" y="8570"/>
                  </a:cubicBezTo>
                  <a:lnTo>
                    <a:pt x="1133" y="568"/>
                  </a:ln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6" name="Google Shape;8498;p75">
              <a:extLst>
                <a:ext uri="{FF2B5EF4-FFF2-40B4-BE49-F238E27FC236}">
                  <a16:creationId xmlns:a16="http://schemas.microsoft.com/office/drawing/2014/main" id="{88C34B23-C1C5-EB0E-2552-41F8D73B159D}"/>
                </a:ext>
              </a:extLst>
            </p:cNvPr>
            <p:cNvSpPr/>
            <p:nvPr/>
          </p:nvSpPr>
          <p:spPr>
            <a:xfrm>
              <a:off x="2818625" y="407950"/>
              <a:ext cx="28325" cy="228375"/>
            </a:xfrm>
            <a:custGeom>
              <a:avLst/>
              <a:gdLst/>
              <a:ahLst/>
              <a:cxnLst/>
              <a:rect l="l" t="t" r="r" b="b"/>
              <a:pathLst>
                <a:path w="1133" h="9135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8570"/>
                  </a:lnTo>
                  <a:cubicBezTo>
                    <a:pt x="0" y="8881"/>
                    <a:pt x="251" y="9135"/>
                    <a:pt x="565" y="9135"/>
                  </a:cubicBezTo>
                  <a:cubicBezTo>
                    <a:pt x="879" y="9135"/>
                    <a:pt x="1132" y="8881"/>
                    <a:pt x="1132" y="8570"/>
                  </a:cubicBezTo>
                  <a:lnTo>
                    <a:pt x="1132" y="568"/>
                  </a:lnTo>
                  <a:cubicBezTo>
                    <a:pt x="1132" y="254"/>
                    <a:pt x="879" y="1"/>
                    <a:pt x="5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23388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0F784-FA98-C267-A04E-E710FA714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Target</a:t>
            </a:r>
          </a:p>
        </p:txBody>
      </p:sp>
      <p:pic>
        <p:nvPicPr>
          <p:cNvPr id="14340" name="Picture 4" descr="Une scierie mobile associative pour notre territoire !">
            <a:extLst>
              <a:ext uri="{FF2B5EF4-FFF2-40B4-BE49-F238E27FC236}">
                <a16:creationId xmlns:a16="http://schemas.microsoft.com/office/drawing/2014/main" id="{4161A003-F763-437E-4B56-EDD40AA2D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9" y="1652800"/>
            <a:ext cx="3962275" cy="2971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Une scierie mobile a séjourné à Montrottier - Montrottier (69770)">
            <a:extLst>
              <a:ext uri="{FF2B5EF4-FFF2-40B4-BE49-F238E27FC236}">
                <a16:creationId xmlns:a16="http://schemas.microsoft.com/office/drawing/2014/main" id="{E3796DAA-BC9C-3487-5316-3F019AFA55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96"/>
          <a:stretch/>
        </p:blipFill>
        <p:spPr bwMode="auto">
          <a:xfrm>
            <a:off x="5000625" y="2925857"/>
            <a:ext cx="6240642" cy="2971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04748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8749;p75">
            <a:extLst>
              <a:ext uri="{FF2B5EF4-FFF2-40B4-BE49-F238E27FC236}">
                <a16:creationId xmlns:a16="http://schemas.microsoft.com/office/drawing/2014/main" id="{18D468BB-3AFB-D841-71EF-1C6D3D33F2CF}"/>
              </a:ext>
            </a:extLst>
          </p:cNvPr>
          <p:cNvSpPr/>
          <p:nvPr/>
        </p:nvSpPr>
        <p:spPr>
          <a:xfrm>
            <a:off x="1696893" y="2348999"/>
            <a:ext cx="2160000" cy="2160000"/>
          </a:xfrm>
          <a:custGeom>
            <a:avLst/>
            <a:gdLst/>
            <a:ahLst/>
            <a:cxnLst/>
            <a:rect l="l" t="t" r="r" b="b"/>
            <a:pathLst>
              <a:path w="19325" h="19325" extrusionOk="0">
                <a:moveTo>
                  <a:pt x="9662" y="1133"/>
                </a:moveTo>
                <a:cubicBezTo>
                  <a:pt x="11906" y="1133"/>
                  <a:pt x="14041" y="2029"/>
                  <a:pt x="15668" y="3657"/>
                </a:cubicBezTo>
                <a:cubicBezTo>
                  <a:pt x="17295" y="5287"/>
                  <a:pt x="18192" y="7419"/>
                  <a:pt x="18192" y="9663"/>
                </a:cubicBezTo>
                <a:cubicBezTo>
                  <a:pt x="18192" y="11906"/>
                  <a:pt x="17295" y="14041"/>
                  <a:pt x="15668" y="15668"/>
                </a:cubicBezTo>
                <a:cubicBezTo>
                  <a:pt x="14041" y="17296"/>
                  <a:pt x="11906" y="18193"/>
                  <a:pt x="9662" y="18193"/>
                </a:cubicBezTo>
                <a:cubicBezTo>
                  <a:pt x="7419" y="18193"/>
                  <a:pt x="5284" y="17296"/>
                  <a:pt x="3657" y="15668"/>
                </a:cubicBezTo>
                <a:cubicBezTo>
                  <a:pt x="290" y="12302"/>
                  <a:pt x="290" y="7024"/>
                  <a:pt x="3657" y="3657"/>
                </a:cubicBezTo>
                <a:cubicBezTo>
                  <a:pt x="5287" y="2029"/>
                  <a:pt x="7419" y="1133"/>
                  <a:pt x="9662" y="1133"/>
                </a:cubicBezTo>
                <a:close/>
                <a:moveTo>
                  <a:pt x="9662" y="0"/>
                </a:moveTo>
                <a:cubicBezTo>
                  <a:pt x="7117" y="0"/>
                  <a:pt x="4698" y="1015"/>
                  <a:pt x="2856" y="2857"/>
                </a:cubicBezTo>
                <a:cubicBezTo>
                  <a:pt x="1015" y="4699"/>
                  <a:pt x="0" y="7117"/>
                  <a:pt x="0" y="9663"/>
                </a:cubicBezTo>
                <a:cubicBezTo>
                  <a:pt x="0" y="12208"/>
                  <a:pt x="1015" y="14627"/>
                  <a:pt x="2856" y="16468"/>
                </a:cubicBezTo>
                <a:cubicBezTo>
                  <a:pt x="4698" y="18310"/>
                  <a:pt x="7117" y="19325"/>
                  <a:pt x="9662" y="19325"/>
                </a:cubicBezTo>
                <a:cubicBezTo>
                  <a:pt x="12208" y="19325"/>
                  <a:pt x="14626" y="18310"/>
                  <a:pt x="16468" y="16468"/>
                </a:cubicBezTo>
                <a:cubicBezTo>
                  <a:pt x="18310" y="14627"/>
                  <a:pt x="19325" y="12208"/>
                  <a:pt x="19325" y="9663"/>
                </a:cubicBezTo>
                <a:cubicBezTo>
                  <a:pt x="19325" y="7117"/>
                  <a:pt x="18310" y="4699"/>
                  <a:pt x="16468" y="2857"/>
                </a:cubicBezTo>
                <a:cubicBezTo>
                  <a:pt x="14626" y="1015"/>
                  <a:pt x="12211" y="0"/>
                  <a:pt x="9662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00E2DE5-F208-56A8-19E6-0E311024078E}"/>
              </a:ext>
            </a:extLst>
          </p:cNvPr>
          <p:cNvCxnSpPr>
            <a:cxnSpLocks/>
          </p:cNvCxnSpPr>
          <p:nvPr/>
        </p:nvCxnSpPr>
        <p:spPr>
          <a:xfrm>
            <a:off x="8370277" y="2919046"/>
            <a:ext cx="0" cy="1387483"/>
          </a:xfrm>
          <a:prstGeom prst="line">
            <a:avLst/>
          </a:prstGeom>
          <a:ln w="762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F0F620-703E-06AD-338E-67660BE8F4F2}"/>
              </a:ext>
            </a:extLst>
          </p:cNvPr>
          <p:cNvCxnSpPr/>
          <p:nvPr/>
        </p:nvCxnSpPr>
        <p:spPr>
          <a:xfrm>
            <a:off x="9413631" y="2551470"/>
            <a:ext cx="0" cy="1755059"/>
          </a:xfrm>
          <a:prstGeom prst="line">
            <a:avLst/>
          </a:prstGeom>
          <a:ln w="762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0FCDD3-48C9-D97C-9F30-42666EF1E9CA}"/>
              </a:ext>
            </a:extLst>
          </p:cNvPr>
          <p:cNvCxnSpPr>
            <a:cxnSpLocks/>
          </p:cNvCxnSpPr>
          <p:nvPr/>
        </p:nvCxnSpPr>
        <p:spPr>
          <a:xfrm flipH="1">
            <a:off x="8006862" y="2919046"/>
            <a:ext cx="1406769" cy="0"/>
          </a:xfrm>
          <a:prstGeom prst="line">
            <a:avLst/>
          </a:prstGeom>
          <a:ln w="762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5FD9F9B-BA80-7263-26F2-9BAB1D1ACAE5}"/>
              </a:ext>
            </a:extLst>
          </p:cNvPr>
          <p:cNvCxnSpPr>
            <a:cxnSpLocks/>
          </p:cNvCxnSpPr>
          <p:nvPr/>
        </p:nvCxnSpPr>
        <p:spPr>
          <a:xfrm flipH="1">
            <a:off x="8370277" y="3601064"/>
            <a:ext cx="1043354" cy="0"/>
          </a:xfrm>
          <a:prstGeom prst="line">
            <a:avLst/>
          </a:prstGeom>
          <a:ln w="762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3EE3FC8-90D9-3FD6-632E-3AEBD3260D82}"/>
              </a:ext>
            </a:extLst>
          </p:cNvPr>
          <p:cNvCxnSpPr>
            <a:cxnSpLocks/>
          </p:cNvCxnSpPr>
          <p:nvPr/>
        </p:nvCxnSpPr>
        <p:spPr>
          <a:xfrm flipH="1">
            <a:off x="8370277" y="3847248"/>
            <a:ext cx="1043354" cy="0"/>
          </a:xfrm>
          <a:prstGeom prst="line">
            <a:avLst/>
          </a:prstGeom>
          <a:ln w="762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04A9FCF-893B-A00A-43C7-128BEC47E60D}"/>
              </a:ext>
            </a:extLst>
          </p:cNvPr>
          <p:cNvCxnSpPr>
            <a:cxnSpLocks/>
          </p:cNvCxnSpPr>
          <p:nvPr/>
        </p:nvCxnSpPr>
        <p:spPr>
          <a:xfrm flipH="1">
            <a:off x="8370277" y="4105156"/>
            <a:ext cx="1043354" cy="0"/>
          </a:xfrm>
          <a:prstGeom prst="line">
            <a:avLst/>
          </a:prstGeom>
          <a:ln w="762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0772E9D-F36D-5150-8945-8CF2E3081728}"/>
              </a:ext>
            </a:extLst>
          </p:cNvPr>
          <p:cNvCxnSpPr>
            <a:cxnSpLocks/>
          </p:cNvCxnSpPr>
          <p:nvPr/>
        </p:nvCxnSpPr>
        <p:spPr>
          <a:xfrm>
            <a:off x="4560277" y="3428999"/>
            <a:ext cx="2872154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itle 1">
            <a:extLst>
              <a:ext uri="{FF2B5EF4-FFF2-40B4-BE49-F238E27FC236}">
                <a16:creationId xmlns:a16="http://schemas.microsoft.com/office/drawing/2014/main" id="{200510FE-2F13-4047-FC36-D0A3F5140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867" y="719200"/>
            <a:ext cx="10290400" cy="763600"/>
          </a:xfrm>
        </p:spPr>
        <p:txBody>
          <a:bodyPr/>
          <a:lstStyle/>
          <a:p>
            <a:r>
              <a:rPr lang="en-GB" dirty="0"/>
              <a:t>Algorithm</a:t>
            </a:r>
          </a:p>
        </p:txBody>
      </p:sp>
      <p:sp>
        <p:nvSpPr>
          <p:cNvPr id="11" name="Google Shape;8749;p75">
            <a:extLst>
              <a:ext uri="{FF2B5EF4-FFF2-40B4-BE49-F238E27FC236}">
                <a16:creationId xmlns:a16="http://schemas.microsoft.com/office/drawing/2014/main" id="{7D21BCB3-C655-CB46-F512-7E5224580A5F}"/>
              </a:ext>
            </a:extLst>
          </p:cNvPr>
          <p:cNvSpPr/>
          <p:nvPr/>
        </p:nvSpPr>
        <p:spPr>
          <a:xfrm>
            <a:off x="7828896" y="2349000"/>
            <a:ext cx="2160000" cy="2160000"/>
          </a:xfrm>
          <a:custGeom>
            <a:avLst/>
            <a:gdLst/>
            <a:ahLst/>
            <a:cxnLst/>
            <a:rect l="l" t="t" r="r" b="b"/>
            <a:pathLst>
              <a:path w="19325" h="19325" extrusionOk="0">
                <a:moveTo>
                  <a:pt x="9662" y="1133"/>
                </a:moveTo>
                <a:cubicBezTo>
                  <a:pt x="11906" y="1133"/>
                  <a:pt x="14041" y="2029"/>
                  <a:pt x="15668" y="3657"/>
                </a:cubicBezTo>
                <a:cubicBezTo>
                  <a:pt x="17295" y="5287"/>
                  <a:pt x="18192" y="7419"/>
                  <a:pt x="18192" y="9663"/>
                </a:cubicBezTo>
                <a:cubicBezTo>
                  <a:pt x="18192" y="11906"/>
                  <a:pt x="17295" y="14041"/>
                  <a:pt x="15668" y="15668"/>
                </a:cubicBezTo>
                <a:cubicBezTo>
                  <a:pt x="14041" y="17296"/>
                  <a:pt x="11906" y="18193"/>
                  <a:pt x="9662" y="18193"/>
                </a:cubicBezTo>
                <a:cubicBezTo>
                  <a:pt x="7419" y="18193"/>
                  <a:pt x="5284" y="17296"/>
                  <a:pt x="3657" y="15668"/>
                </a:cubicBezTo>
                <a:cubicBezTo>
                  <a:pt x="290" y="12302"/>
                  <a:pt x="290" y="7024"/>
                  <a:pt x="3657" y="3657"/>
                </a:cubicBezTo>
                <a:cubicBezTo>
                  <a:pt x="5287" y="2029"/>
                  <a:pt x="7419" y="1133"/>
                  <a:pt x="9662" y="1133"/>
                </a:cubicBezTo>
                <a:close/>
                <a:moveTo>
                  <a:pt x="9662" y="0"/>
                </a:moveTo>
                <a:cubicBezTo>
                  <a:pt x="7117" y="0"/>
                  <a:pt x="4698" y="1015"/>
                  <a:pt x="2856" y="2857"/>
                </a:cubicBezTo>
                <a:cubicBezTo>
                  <a:pt x="1015" y="4699"/>
                  <a:pt x="0" y="7117"/>
                  <a:pt x="0" y="9663"/>
                </a:cubicBezTo>
                <a:cubicBezTo>
                  <a:pt x="0" y="12208"/>
                  <a:pt x="1015" y="14627"/>
                  <a:pt x="2856" y="16468"/>
                </a:cubicBezTo>
                <a:cubicBezTo>
                  <a:pt x="4698" y="18310"/>
                  <a:pt x="7117" y="19325"/>
                  <a:pt x="9662" y="19325"/>
                </a:cubicBezTo>
                <a:cubicBezTo>
                  <a:pt x="12208" y="19325"/>
                  <a:pt x="14626" y="18310"/>
                  <a:pt x="16468" y="16468"/>
                </a:cubicBezTo>
                <a:cubicBezTo>
                  <a:pt x="18310" y="14627"/>
                  <a:pt x="19325" y="12208"/>
                  <a:pt x="19325" y="9663"/>
                </a:cubicBezTo>
                <a:cubicBezTo>
                  <a:pt x="19325" y="7117"/>
                  <a:pt x="18310" y="4699"/>
                  <a:pt x="16468" y="2857"/>
                </a:cubicBezTo>
                <a:cubicBezTo>
                  <a:pt x="14626" y="1015"/>
                  <a:pt x="12211" y="0"/>
                  <a:pt x="9662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8583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8BA67-B9B2-FCA1-0D91-38147E500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Technologies</a:t>
            </a: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D47C54B8-322F-B5DA-8824-6377BE0B0B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9867" y="2733221"/>
            <a:ext cx="4488637" cy="1651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D9721C09-6A09-8941-64DF-271E5B4883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8163" y="2266669"/>
            <a:ext cx="2297584" cy="2584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14010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7148A7-FE86-A190-B6EA-77D451E79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8000" y="2749400"/>
            <a:ext cx="9136000" cy="1359200"/>
          </a:xfrm>
        </p:spPr>
        <p:txBody>
          <a:bodyPr/>
          <a:lstStyle/>
          <a:p>
            <a:r>
              <a:rPr lang="en-GB" dirty="0"/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30317064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240-72FD-EB3C-9C78-8C838075A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Feedback</a:t>
            </a:r>
          </a:p>
        </p:txBody>
      </p:sp>
      <p:grpSp>
        <p:nvGrpSpPr>
          <p:cNvPr id="4" name="Google Shape;8751;p75">
            <a:extLst>
              <a:ext uri="{FF2B5EF4-FFF2-40B4-BE49-F238E27FC236}">
                <a16:creationId xmlns:a16="http://schemas.microsoft.com/office/drawing/2014/main" id="{E983C322-59D7-E316-2173-90636790D98D}"/>
              </a:ext>
            </a:extLst>
          </p:cNvPr>
          <p:cNvGrpSpPr>
            <a:grpSpLocks noChangeAspect="1"/>
          </p:cNvGrpSpPr>
          <p:nvPr/>
        </p:nvGrpSpPr>
        <p:grpSpPr>
          <a:xfrm>
            <a:off x="2308235" y="2251345"/>
            <a:ext cx="1962095" cy="1800000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5" name="Google Shape;8752;p75">
              <a:extLst>
                <a:ext uri="{FF2B5EF4-FFF2-40B4-BE49-F238E27FC236}">
                  <a16:creationId xmlns:a16="http://schemas.microsoft.com/office/drawing/2014/main" id="{B5AE8619-4DC4-DE1B-9883-18744D24E496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" name="Google Shape;8753;p75">
              <a:extLst>
                <a:ext uri="{FF2B5EF4-FFF2-40B4-BE49-F238E27FC236}">
                  <a16:creationId xmlns:a16="http://schemas.microsoft.com/office/drawing/2014/main" id="{794381CA-3FF4-ABE9-DB75-9028C6BFA76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7" name="Google Shape;8754;p75">
              <a:extLst>
                <a:ext uri="{FF2B5EF4-FFF2-40B4-BE49-F238E27FC236}">
                  <a16:creationId xmlns:a16="http://schemas.microsoft.com/office/drawing/2014/main" id="{F623E12B-7B06-91C9-362F-729417DA2BC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8" name="Subtitle 20">
            <a:extLst>
              <a:ext uri="{FF2B5EF4-FFF2-40B4-BE49-F238E27FC236}">
                <a16:creationId xmlns:a16="http://schemas.microsoft.com/office/drawing/2014/main" id="{15F57EEE-0152-2651-130B-186F78A21975}"/>
              </a:ext>
            </a:extLst>
          </p:cNvPr>
          <p:cNvSpPr txBox="1">
            <a:spLocks/>
          </p:cNvSpPr>
          <p:nvPr/>
        </p:nvSpPr>
        <p:spPr>
          <a:xfrm>
            <a:off x="2301572" y="4164352"/>
            <a:ext cx="1962095" cy="4972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2800" b="1" dirty="0">
                <a:solidFill>
                  <a:schemeClr val="tx1"/>
                </a:solidFill>
              </a:rPr>
              <a:t>Bugs</a:t>
            </a:r>
          </a:p>
        </p:txBody>
      </p:sp>
      <p:sp>
        <p:nvSpPr>
          <p:cNvPr id="9" name="Subtitle 20">
            <a:extLst>
              <a:ext uri="{FF2B5EF4-FFF2-40B4-BE49-F238E27FC236}">
                <a16:creationId xmlns:a16="http://schemas.microsoft.com/office/drawing/2014/main" id="{36307A74-A31D-260D-ABB8-5925659E9BF5}"/>
              </a:ext>
            </a:extLst>
          </p:cNvPr>
          <p:cNvSpPr txBox="1">
            <a:spLocks/>
          </p:cNvSpPr>
          <p:nvPr/>
        </p:nvSpPr>
        <p:spPr>
          <a:xfrm>
            <a:off x="7342495" y="4164351"/>
            <a:ext cx="2774520" cy="87657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2800" b="1" dirty="0">
                <a:solidFill>
                  <a:schemeClr val="tx1"/>
                </a:solidFill>
              </a:rPr>
              <a:t>New Features </a:t>
            </a:r>
          </a:p>
          <a:p>
            <a:pPr algn="ctr"/>
            <a:r>
              <a:rPr lang="en-GB" sz="2800" b="1" dirty="0">
                <a:solidFill>
                  <a:schemeClr val="tx1"/>
                </a:solidFill>
              </a:rPr>
              <a:t>&amp; Improvements</a:t>
            </a:r>
          </a:p>
        </p:txBody>
      </p:sp>
      <p:grpSp>
        <p:nvGrpSpPr>
          <p:cNvPr id="10" name="Google Shape;9131;p77">
            <a:extLst>
              <a:ext uri="{FF2B5EF4-FFF2-40B4-BE49-F238E27FC236}">
                <a16:creationId xmlns:a16="http://schemas.microsoft.com/office/drawing/2014/main" id="{8DC253A5-4A3F-6EB6-1B1A-F4875780CF85}"/>
              </a:ext>
            </a:extLst>
          </p:cNvPr>
          <p:cNvGrpSpPr>
            <a:grpSpLocks noChangeAspect="1"/>
          </p:cNvGrpSpPr>
          <p:nvPr/>
        </p:nvGrpSpPr>
        <p:grpSpPr>
          <a:xfrm>
            <a:off x="7813846" y="2364351"/>
            <a:ext cx="1831818" cy="1800000"/>
            <a:chOff x="-60988625" y="2310475"/>
            <a:chExt cx="316650" cy="311150"/>
          </a:xfrm>
          <a:solidFill>
            <a:schemeClr val="tx1"/>
          </a:solidFill>
        </p:grpSpPr>
        <p:sp>
          <p:nvSpPr>
            <p:cNvPr id="11" name="Google Shape;9132;p77">
              <a:extLst>
                <a:ext uri="{FF2B5EF4-FFF2-40B4-BE49-F238E27FC236}">
                  <a16:creationId xmlns:a16="http://schemas.microsoft.com/office/drawing/2014/main" id="{487117F8-D247-04C6-54F9-42B36503CB2B}"/>
                </a:ext>
              </a:extLst>
            </p:cNvPr>
            <p:cNvSpPr/>
            <p:nvPr/>
          </p:nvSpPr>
          <p:spPr>
            <a:xfrm>
              <a:off x="-60988625" y="2310475"/>
              <a:ext cx="311125" cy="311150"/>
            </a:xfrm>
            <a:custGeom>
              <a:avLst/>
              <a:gdLst/>
              <a:ahLst/>
              <a:cxnLst/>
              <a:rect l="l" t="t" r="r" b="b"/>
              <a:pathLst>
                <a:path w="12445" h="12446" extrusionOk="0">
                  <a:moveTo>
                    <a:pt x="7877" y="883"/>
                  </a:moveTo>
                  <a:cubicBezTo>
                    <a:pt x="8097" y="883"/>
                    <a:pt x="8318" y="1072"/>
                    <a:pt x="8318" y="1324"/>
                  </a:cubicBezTo>
                  <a:lnTo>
                    <a:pt x="8318" y="10398"/>
                  </a:lnTo>
                  <a:cubicBezTo>
                    <a:pt x="8318" y="10870"/>
                    <a:pt x="8444" y="11311"/>
                    <a:pt x="8727" y="11626"/>
                  </a:cubicBezTo>
                  <a:lnTo>
                    <a:pt x="2111" y="11626"/>
                  </a:lnTo>
                  <a:cubicBezTo>
                    <a:pt x="1450" y="11626"/>
                    <a:pt x="851" y="11091"/>
                    <a:pt x="851" y="10398"/>
                  </a:cubicBezTo>
                  <a:lnTo>
                    <a:pt x="851" y="1324"/>
                  </a:lnTo>
                  <a:lnTo>
                    <a:pt x="820" y="1324"/>
                  </a:lnTo>
                  <a:cubicBezTo>
                    <a:pt x="820" y="1072"/>
                    <a:pt x="1009" y="883"/>
                    <a:pt x="1261" y="883"/>
                  </a:cubicBezTo>
                  <a:close/>
                  <a:moveTo>
                    <a:pt x="11500" y="10807"/>
                  </a:moveTo>
                  <a:cubicBezTo>
                    <a:pt x="11342" y="11280"/>
                    <a:pt x="10870" y="11626"/>
                    <a:pt x="10303" y="11626"/>
                  </a:cubicBezTo>
                  <a:cubicBezTo>
                    <a:pt x="9767" y="11626"/>
                    <a:pt x="9326" y="11280"/>
                    <a:pt x="9137" y="10807"/>
                  </a:cubicBezTo>
                  <a:close/>
                  <a:moveTo>
                    <a:pt x="1261" y="1"/>
                  </a:moveTo>
                  <a:cubicBezTo>
                    <a:pt x="568" y="1"/>
                    <a:pt x="32" y="568"/>
                    <a:pt x="32" y="1230"/>
                  </a:cubicBezTo>
                  <a:lnTo>
                    <a:pt x="32" y="10334"/>
                  </a:lnTo>
                  <a:cubicBezTo>
                    <a:pt x="0" y="11563"/>
                    <a:pt x="946" y="12445"/>
                    <a:pt x="2080" y="12445"/>
                  </a:cubicBezTo>
                  <a:lnTo>
                    <a:pt x="10334" y="12445"/>
                  </a:lnTo>
                  <a:cubicBezTo>
                    <a:pt x="11500" y="12445"/>
                    <a:pt x="12445" y="11500"/>
                    <a:pt x="12445" y="10366"/>
                  </a:cubicBezTo>
                  <a:cubicBezTo>
                    <a:pt x="12445" y="10145"/>
                    <a:pt x="12224" y="9925"/>
                    <a:pt x="12004" y="9925"/>
                  </a:cubicBezTo>
                  <a:lnTo>
                    <a:pt x="9074" y="9925"/>
                  </a:lnTo>
                  <a:lnTo>
                    <a:pt x="9074" y="1230"/>
                  </a:lnTo>
                  <a:cubicBezTo>
                    <a:pt x="9074" y="568"/>
                    <a:pt x="8538" y="1"/>
                    <a:pt x="787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9133;p77">
              <a:extLst>
                <a:ext uri="{FF2B5EF4-FFF2-40B4-BE49-F238E27FC236}">
                  <a16:creationId xmlns:a16="http://schemas.microsoft.com/office/drawing/2014/main" id="{EE0A3F59-CDD3-78C4-9D5C-DDC03B16605F}"/>
                </a:ext>
              </a:extLst>
            </p:cNvPr>
            <p:cNvSpPr/>
            <p:nvPr/>
          </p:nvSpPr>
          <p:spPr>
            <a:xfrm>
              <a:off x="-60947675" y="2353025"/>
              <a:ext cx="145725" cy="20500"/>
            </a:xfrm>
            <a:custGeom>
              <a:avLst/>
              <a:gdLst/>
              <a:ahLst/>
              <a:cxnLst/>
              <a:rect l="l" t="t" r="r" b="b"/>
              <a:pathLst>
                <a:path w="5829" h="820" extrusionOk="0">
                  <a:moveTo>
                    <a:pt x="442" y="0"/>
                  </a:moveTo>
                  <a:cubicBezTo>
                    <a:pt x="190" y="0"/>
                    <a:pt x="1" y="189"/>
                    <a:pt x="1" y="441"/>
                  </a:cubicBezTo>
                  <a:cubicBezTo>
                    <a:pt x="1" y="630"/>
                    <a:pt x="190" y="819"/>
                    <a:pt x="442" y="819"/>
                  </a:cubicBezTo>
                  <a:lnTo>
                    <a:pt x="5388" y="819"/>
                  </a:lnTo>
                  <a:cubicBezTo>
                    <a:pt x="5640" y="819"/>
                    <a:pt x="5829" y="630"/>
                    <a:pt x="5829" y="441"/>
                  </a:cubicBezTo>
                  <a:cubicBezTo>
                    <a:pt x="5829" y="189"/>
                    <a:pt x="5640" y="0"/>
                    <a:pt x="538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9134;p77">
              <a:extLst>
                <a:ext uri="{FF2B5EF4-FFF2-40B4-BE49-F238E27FC236}">
                  <a16:creationId xmlns:a16="http://schemas.microsoft.com/office/drawing/2014/main" id="{40A750F9-36AC-AE19-6DA2-B9A6DB7CD6A2}"/>
                </a:ext>
              </a:extLst>
            </p:cNvPr>
            <p:cNvSpPr/>
            <p:nvPr/>
          </p:nvSpPr>
          <p:spPr>
            <a:xfrm>
              <a:off x="-60947675" y="2415250"/>
              <a:ext cx="145725" cy="20500"/>
            </a:xfrm>
            <a:custGeom>
              <a:avLst/>
              <a:gdLst/>
              <a:ahLst/>
              <a:cxnLst/>
              <a:rect l="l" t="t" r="r" b="b"/>
              <a:pathLst>
                <a:path w="5829" h="820" extrusionOk="0">
                  <a:moveTo>
                    <a:pt x="442" y="0"/>
                  </a:moveTo>
                  <a:cubicBezTo>
                    <a:pt x="190" y="0"/>
                    <a:pt x="1" y="189"/>
                    <a:pt x="1" y="378"/>
                  </a:cubicBezTo>
                  <a:cubicBezTo>
                    <a:pt x="1" y="630"/>
                    <a:pt x="190" y="819"/>
                    <a:pt x="442" y="819"/>
                  </a:cubicBezTo>
                  <a:lnTo>
                    <a:pt x="5388" y="819"/>
                  </a:lnTo>
                  <a:cubicBezTo>
                    <a:pt x="5640" y="819"/>
                    <a:pt x="5829" y="630"/>
                    <a:pt x="5829" y="378"/>
                  </a:cubicBezTo>
                  <a:cubicBezTo>
                    <a:pt x="5829" y="158"/>
                    <a:pt x="5640" y="0"/>
                    <a:pt x="538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9135;p77">
              <a:extLst>
                <a:ext uri="{FF2B5EF4-FFF2-40B4-BE49-F238E27FC236}">
                  <a16:creationId xmlns:a16="http://schemas.microsoft.com/office/drawing/2014/main" id="{926F7D1A-0F2D-1C07-AC68-92B880B532A7}"/>
                </a:ext>
              </a:extLst>
            </p:cNvPr>
            <p:cNvSpPr/>
            <p:nvPr/>
          </p:nvSpPr>
          <p:spPr>
            <a:xfrm>
              <a:off x="-60947675" y="2475875"/>
              <a:ext cx="145725" cy="22100"/>
            </a:xfrm>
            <a:custGeom>
              <a:avLst/>
              <a:gdLst/>
              <a:ahLst/>
              <a:cxnLst/>
              <a:rect l="l" t="t" r="r" b="b"/>
              <a:pathLst>
                <a:path w="5829" h="884" extrusionOk="0">
                  <a:moveTo>
                    <a:pt x="442" y="1"/>
                  </a:moveTo>
                  <a:cubicBezTo>
                    <a:pt x="190" y="1"/>
                    <a:pt x="1" y="221"/>
                    <a:pt x="1" y="442"/>
                  </a:cubicBezTo>
                  <a:cubicBezTo>
                    <a:pt x="1" y="694"/>
                    <a:pt x="190" y="883"/>
                    <a:pt x="442" y="883"/>
                  </a:cubicBezTo>
                  <a:lnTo>
                    <a:pt x="5388" y="883"/>
                  </a:lnTo>
                  <a:cubicBezTo>
                    <a:pt x="5640" y="883"/>
                    <a:pt x="5829" y="694"/>
                    <a:pt x="5829" y="442"/>
                  </a:cubicBezTo>
                  <a:cubicBezTo>
                    <a:pt x="5829" y="221"/>
                    <a:pt x="5640" y="1"/>
                    <a:pt x="538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9136;p77">
              <a:extLst>
                <a:ext uri="{FF2B5EF4-FFF2-40B4-BE49-F238E27FC236}">
                  <a16:creationId xmlns:a16="http://schemas.microsoft.com/office/drawing/2014/main" id="{03A74E3B-EB14-DFF5-C105-D6A4A9B37B93}"/>
                </a:ext>
              </a:extLst>
            </p:cNvPr>
            <p:cNvSpPr/>
            <p:nvPr/>
          </p:nvSpPr>
          <p:spPr>
            <a:xfrm>
              <a:off x="-60947675" y="2538100"/>
              <a:ext cx="145725" cy="22075"/>
            </a:xfrm>
            <a:custGeom>
              <a:avLst/>
              <a:gdLst/>
              <a:ahLst/>
              <a:cxnLst/>
              <a:rect l="l" t="t" r="r" b="b"/>
              <a:pathLst>
                <a:path w="5829" h="883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62"/>
                    <a:pt x="190" y="883"/>
                    <a:pt x="442" y="883"/>
                  </a:cubicBezTo>
                  <a:lnTo>
                    <a:pt x="5388" y="883"/>
                  </a:lnTo>
                  <a:cubicBezTo>
                    <a:pt x="5640" y="883"/>
                    <a:pt x="5829" y="662"/>
                    <a:pt x="5829" y="442"/>
                  </a:cubicBezTo>
                  <a:cubicBezTo>
                    <a:pt x="5829" y="190"/>
                    <a:pt x="5640" y="1"/>
                    <a:pt x="538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9137;p77">
              <a:extLst>
                <a:ext uri="{FF2B5EF4-FFF2-40B4-BE49-F238E27FC236}">
                  <a16:creationId xmlns:a16="http://schemas.microsoft.com/office/drawing/2014/main" id="{B1C6B5F0-6DF8-A4D7-19E1-B47C66D68EA0}"/>
                </a:ext>
              </a:extLst>
            </p:cNvPr>
            <p:cNvSpPr/>
            <p:nvPr/>
          </p:nvSpPr>
          <p:spPr>
            <a:xfrm>
              <a:off x="-60740525" y="2312050"/>
              <a:ext cx="68550" cy="233950"/>
            </a:xfrm>
            <a:custGeom>
              <a:avLst/>
              <a:gdLst/>
              <a:ahLst/>
              <a:cxnLst/>
              <a:rect l="l" t="t" r="r" b="b"/>
              <a:pathLst>
                <a:path w="2742" h="9358" extrusionOk="0">
                  <a:moveTo>
                    <a:pt x="1796" y="789"/>
                  </a:moveTo>
                  <a:cubicBezTo>
                    <a:pt x="1891" y="789"/>
                    <a:pt x="1922" y="852"/>
                    <a:pt x="1922" y="946"/>
                  </a:cubicBezTo>
                  <a:lnTo>
                    <a:pt x="1922" y="1639"/>
                  </a:lnTo>
                  <a:lnTo>
                    <a:pt x="820" y="1639"/>
                  </a:lnTo>
                  <a:lnTo>
                    <a:pt x="820" y="946"/>
                  </a:lnTo>
                  <a:cubicBezTo>
                    <a:pt x="820" y="852"/>
                    <a:pt x="883" y="789"/>
                    <a:pt x="977" y="789"/>
                  </a:cubicBezTo>
                  <a:close/>
                  <a:moveTo>
                    <a:pt x="1922" y="2458"/>
                  </a:moveTo>
                  <a:lnTo>
                    <a:pt x="1922" y="6617"/>
                  </a:lnTo>
                  <a:lnTo>
                    <a:pt x="820" y="6617"/>
                  </a:lnTo>
                  <a:lnTo>
                    <a:pt x="820" y="2458"/>
                  </a:lnTo>
                  <a:close/>
                  <a:moveTo>
                    <a:pt x="1639" y="7436"/>
                  </a:moveTo>
                  <a:lnTo>
                    <a:pt x="1355" y="8035"/>
                  </a:lnTo>
                  <a:lnTo>
                    <a:pt x="1040" y="7436"/>
                  </a:lnTo>
                  <a:close/>
                  <a:moveTo>
                    <a:pt x="977" y="1"/>
                  </a:moveTo>
                  <a:cubicBezTo>
                    <a:pt x="410" y="1"/>
                    <a:pt x="1" y="410"/>
                    <a:pt x="1" y="946"/>
                  </a:cubicBezTo>
                  <a:lnTo>
                    <a:pt x="1" y="6995"/>
                  </a:lnTo>
                  <a:cubicBezTo>
                    <a:pt x="1" y="7090"/>
                    <a:pt x="1" y="7121"/>
                    <a:pt x="32" y="7184"/>
                  </a:cubicBezTo>
                  <a:lnTo>
                    <a:pt x="1009" y="9137"/>
                  </a:lnTo>
                  <a:cubicBezTo>
                    <a:pt x="1103" y="9295"/>
                    <a:pt x="1198" y="9358"/>
                    <a:pt x="1355" y="9358"/>
                  </a:cubicBezTo>
                  <a:cubicBezTo>
                    <a:pt x="1513" y="9358"/>
                    <a:pt x="1670" y="9295"/>
                    <a:pt x="1733" y="9137"/>
                  </a:cubicBezTo>
                  <a:lnTo>
                    <a:pt x="2678" y="7184"/>
                  </a:lnTo>
                  <a:cubicBezTo>
                    <a:pt x="2710" y="7153"/>
                    <a:pt x="2710" y="7090"/>
                    <a:pt x="2710" y="6995"/>
                  </a:cubicBezTo>
                  <a:lnTo>
                    <a:pt x="2710" y="946"/>
                  </a:lnTo>
                  <a:cubicBezTo>
                    <a:pt x="2741" y="410"/>
                    <a:pt x="2300" y="1"/>
                    <a:pt x="179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1259690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36127-AD4A-6107-6F10-EBD54A583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 improvements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C42A4EAA-B256-2050-8E68-2021E7C34D69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2847169" y="4153421"/>
            <a:ext cx="2961600" cy="497200"/>
          </a:xfrm>
        </p:spPr>
        <p:txBody>
          <a:bodyPr/>
          <a:lstStyle/>
          <a:p>
            <a:r>
              <a:rPr lang="en-GB" sz="2600" dirty="0"/>
              <a:t>Algorithm refining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D5115B42-E840-5841-9821-6DA087CEECCF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6793537" y="4153421"/>
            <a:ext cx="1193569" cy="497200"/>
          </a:xfrm>
        </p:spPr>
        <p:txBody>
          <a:bodyPr/>
          <a:lstStyle/>
          <a:p>
            <a:r>
              <a:rPr lang="en-GB" sz="2600" dirty="0"/>
              <a:t>V2.0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AEEDD399-70EE-B01F-41A7-80E1426C68E0}"/>
              </a:ext>
            </a:extLst>
          </p:cNvPr>
          <p:cNvSpPr>
            <a:spLocks noGrp="1"/>
          </p:cNvSpPr>
          <p:nvPr>
            <p:ph type="subTitle" idx="8"/>
          </p:nvPr>
        </p:nvSpPr>
        <p:spPr>
          <a:xfrm>
            <a:off x="1030092" y="2207380"/>
            <a:ext cx="2664831" cy="497200"/>
          </a:xfrm>
        </p:spPr>
        <p:txBody>
          <a:bodyPr/>
          <a:lstStyle/>
          <a:p>
            <a:r>
              <a:rPr lang="en-GB" sz="2600" dirty="0"/>
              <a:t>Bug correction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835E581D-5378-4CD0-7A6E-B9D83A1657D9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4911968" y="2207380"/>
            <a:ext cx="2664831" cy="497200"/>
          </a:xfrm>
        </p:spPr>
        <p:txBody>
          <a:bodyPr/>
          <a:lstStyle/>
          <a:p>
            <a:r>
              <a:rPr lang="en-GB" sz="2600" dirty="0"/>
              <a:t>Needed features</a:t>
            </a:r>
          </a:p>
        </p:txBody>
      </p:sp>
      <p:sp>
        <p:nvSpPr>
          <p:cNvPr id="14" name="Subtitle 13">
            <a:extLst>
              <a:ext uri="{FF2B5EF4-FFF2-40B4-BE49-F238E27FC236}">
                <a16:creationId xmlns:a16="http://schemas.microsoft.com/office/drawing/2014/main" id="{06FF2B0F-0807-F146-B320-71D03D638A94}"/>
              </a:ext>
            </a:extLst>
          </p:cNvPr>
          <p:cNvSpPr>
            <a:spLocks noGrp="1"/>
          </p:cNvSpPr>
          <p:nvPr>
            <p:ph type="subTitle" idx="15"/>
          </p:nvPr>
        </p:nvSpPr>
        <p:spPr>
          <a:xfrm>
            <a:off x="8200308" y="2207380"/>
            <a:ext cx="2233230" cy="497200"/>
          </a:xfrm>
        </p:spPr>
        <p:txBody>
          <a:bodyPr/>
          <a:lstStyle/>
          <a:p>
            <a:r>
              <a:rPr lang="en-GB" sz="2600" dirty="0"/>
              <a:t>Quality of life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A5C45D1-6DD7-AD19-66A2-3529CFB4E38D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3694923" y="2455980"/>
            <a:ext cx="121704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A02B2AA-A353-2804-D8FA-0B7C31711642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576799" y="2455980"/>
            <a:ext cx="62350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F146F95-8920-F778-0427-BAF5F7C6F31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5808769" y="4402021"/>
            <a:ext cx="98476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271CE26A-69F5-B173-1B77-B76C9A72072F}"/>
              </a:ext>
            </a:extLst>
          </p:cNvPr>
          <p:cNvCxnSpPr>
            <a:stCxn id="14" idx="2"/>
            <a:endCxn id="4" idx="0"/>
          </p:cNvCxnSpPr>
          <p:nvPr/>
        </p:nvCxnSpPr>
        <p:spPr>
          <a:xfrm rot="5400000">
            <a:off x="6098026" y="934523"/>
            <a:ext cx="1448841" cy="4988954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34821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57C3-0ACB-17E3-E57C-0A0A7B767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Retrospective</a:t>
            </a:r>
          </a:p>
        </p:txBody>
      </p:sp>
      <p:grpSp>
        <p:nvGrpSpPr>
          <p:cNvPr id="13" name="Google Shape;9319;p77">
            <a:extLst>
              <a:ext uri="{FF2B5EF4-FFF2-40B4-BE49-F238E27FC236}">
                <a16:creationId xmlns:a16="http://schemas.microsoft.com/office/drawing/2014/main" id="{B0AF243C-B20A-A9E6-21E3-082431EF9403}"/>
              </a:ext>
            </a:extLst>
          </p:cNvPr>
          <p:cNvGrpSpPr>
            <a:grpSpLocks noChangeAspect="1"/>
          </p:cNvGrpSpPr>
          <p:nvPr/>
        </p:nvGrpSpPr>
        <p:grpSpPr>
          <a:xfrm>
            <a:off x="3782939" y="3763775"/>
            <a:ext cx="1809570" cy="1800000"/>
            <a:chOff x="1412450" y="1954475"/>
            <a:chExt cx="297750" cy="296175"/>
          </a:xfrm>
          <a:solidFill>
            <a:schemeClr val="tx1"/>
          </a:solidFill>
        </p:grpSpPr>
        <p:sp>
          <p:nvSpPr>
            <p:cNvPr id="14" name="Google Shape;9320;p77">
              <a:extLst>
                <a:ext uri="{FF2B5EF4-FFF2-40B4-BE49-F238E27FC236}">
                  <a16:creationId xmlns:a16="http://schemas.microsoft.com/office/drawing/2014/main" id="{759D357B-F6F8-BB41-90D8-D35E3EE1766A}"/>
                </a:ext>
              </a:extLst>
            </p:cNvPr>
            <p:cNvSpPr/>
            <p:nvPr/>
          </p:nvSpPr>
          <p:spPr>
            <a:xfrm>
              <a:off x="1483350" y="2023800"/>
              <a:ext cx="155975" cy="155975"/>
            </a:xfrm>
            <a:custGeom>
              <a:avLst/>
              <a:gdLst/>
              <a:ahLst/>
              <a:cxnLst/>
              <a:rect l="l" t="t" r="r" b="b"/>
              <a:pathLst>
                <a:path w="6239" h="6239" extrusionOk="0">
                  <a:moveTo>
                    <a:pt x="3119" y="2079"/>
                  </a:moveTo>
                  <a:cubicBezTo>
                    <a:pt x="3529" y="2079"/>
                    <a:pt x="3844" y="2395"/>
                    <a:pt x="3844" y="2773"/>
                  </a:cubicBezTo>
                  <a:cubicBezTo>
                    <a:pt x="3844" y="3182"/>
                    <a:pt x="3529" y="3497"/>
                    <a:pt x="3119" y="3497"/>
                  </a:cubicBezTo>
                  <a:cubicBezTo>
                    <a:pt x="2741" y="3497"/>
                    <a:pt x="2426" y="3182"/>
                    <a:pt x="2426" y="2773"/>
                  </a:cubicBezTo>
                  <a:cubicBezTo>
                    <a:pt x="2426" y="2395"/>
                    <a:pt x="2741" y="2079"/>
                    <a:pt x="3119" y="2079"/>
                  </a:cubicBezTo>
                  <a:close/>
                  <a:moveTo>
                    <a:pt x="3119" y="725"/>
                  </a:moveTo>
                  <a:cubicBezTo>
                    <a:pt x="4474" y="725"/>
                    <a:pt x="5577" y="1827"/>
                    <a:pt x="5577" y="3182"/>
                  </a:cubicBezTo>
                  <a:cubicBezTo>
                    <a:pt x="5577" y="3686"/>
                    <a:pt x="5388" y="4159"/>
                    <a:pt x="5136" y="4537"/>
                  </a:cubicBezTo>
                  <a:cubicBezTo>
                    <a:pt x="4884" y="4190"/>
                    <a:pt x="4537" y="3907"/>
                    <a:pt x="4191" y="3718"/>
                  </a:cubicBezTo>
                  <a:cubicBezTo>
                    <a:pt x="4411" y="3497"/>
                    <a:pt x="4537" y="3182"/>
                    <a:pt x="4537" y="2804"/>
                  </a:cubicBezTo>
                  <a:cubicBezTo>
                    <a:pt x="4537" y="2079"/>
                    <a:pt x="3907" y="1449"/>
                    <a:pt x="3151" y="1449"/>
                  </a:cubicBezTo>
                  <a:cubicBezTo>
                    <a:pt x="2426" y="1449"/>
                    <a:pt x="1796" y="2079"/>
                    <a:pt x="1796" y="2804"/>
                  </a:cubicBezTo>
                  <a:cubicBezTo>
                    <a:pt x="1796" y="3182"/>
                    <a:pt x="1891" y="3497"/>
                    <a:pt x="2143" y="3718"/>
                  </a:cubicBezTo>
                  <a:cubicBezTo>
                    <a:pt x="1733" y="3907"/>
                    <a:pt x="1418" y="4190"/>
                    <a:pt x="1198" y="4537"/>
                  </a:cubicBezTo>
                  <a:cubicBezTo>
                    <a:pt x="914" y="4159"/>
                    <a:pt x="756" y="3686"/>
                    <a:pt x="756" y="3182"/>
                  </a:cubicBezTo>
                  <a:cubicBezTo>
                    <a:pt x="662" y="1796"/>
                    <a:pt x="1796" y="725"/>
                    <a:pt x="3119" y="725"/>
                  </a:cubicBezTo>
                  <a:close/>
                  <a:moveTo>
                    <a:pt x="3119" y="4190"/>
                  </a:moveTo>
                  <a:cubicBezTo>
                    <a:pt x="3749" y="4190"/>
                    <a:pt x="4317" y="4505"/>
                    <a:pt x="4632" y="5041"/>
                  </a:cubicBezTo>
                  <a:cubicBezTo>
                    <a:pt x="4222" y="5387"/>
                    <a:pt x="3686" y="5577"/>
                    <a:pt x="3119" y="5577"/>
                  </a:cubicBezTo>
                  <a:cubicBezTo>
                    <a:pt x="2584" y="5577"/>
                    <a:pt x="2017" y="5387"/>
                    <a:pt x="1639" y="5041"/>
                  </a:cubicBezTo>
                  <a:cubicBezTo>
                    <a:pt x="1954" y="4505"/>
                    <a:pt x="2489" y="4190"/>
                    <a:pt x="3119" y="4190"/>
                  </a:cubicBezTo>
                  <a:close/>
                  <a:moveTo>
                    <a:pt x="3119" y="0"/>
                  </a:moveTo>
                  <a:cubicBezTo>
                    <a:pt x="1387" y="0"/>
                    <a:pt x="0" y="1418"/>
                    <a:pt x="0" y="3119"/>
                  </a:cubicBezTo>
                  <a:cubicBezTo>
                    <a:pt x="0" y="4852"/>
                    <a:pt x="1387" y="6238"/>
                    <a:pt x="3119" y="6238"/>
                  </a:cubicBezTo>
                  <a:cubicBezTo>
                    <a:pt x="4852" y="6238"/>
                    <a:pt x="6238" y="4820"/>
                    <a:pt x="6238" y="3119"/>
                  </a:cubicBezTo>
                  <a:cubicBezTo>
                    <a:pt x="6238" y="1386"/>
                    <a:pt x="4821" y="0"/>
                    <a:pt x="311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9321;p77">
              <a:extLst>
                <a:ext uri="{FF2B5EF4-FFF2-40B4-BE49-F238E27FC236}">
                  <a16:creationId xmlns:a16="http://schemas.microsoft.com/office/drawing/2014/main" id="{8C5D3E89-5F6E-A156-D132-E9D197F91022}"/>
                </a:ext>
              </a:extLst>
            </p:cNvPr>
            <p:cNvSpPr/>
            <p:nvPr/>
          </p:nvSpPr>
          <p:spPr>
            <a:xfrm>
              <a:off x="1412450" y="1954475"/>
              <a:ext cx="297750" cy="296175"/>
            </a:xfrm>
            <a:custGeom>
              <a:avLst/>
              <a:gdLst/>
              <a:ahLst/>
              <a:cxnLst/>
              <a:rect l="l" t="t" r="r" b="b"/>
              <a:pathLst>
                <a:path w="11910" h="11847" extrusionOk="0">
                  <a:moveTo>
                    <a:pt x="6365" y="662"/>
                  </a:moveTo>
                  <a:lnTo>
                    <a:pt x="6522" y="1513"/>
                  </a:lnTo>
                  <a:cubicBezTo>
                    <a:pt x="6554" y="1702"/>
                    <a:pt x="6617" y="1765"/>
                    <a:pt x="6774" y="1797"/>
                  </a:cubicBezTo>
                  <a:cubicBezTo>
                    <a:pt x="7342" y="1923"/>
                    <a:pt x="7814" y="2112"/>
                    <a:pt x="8287" y="2427"/>
                  </a:cubicBezTo>
                  <a:cubicBezTo>
                    <a:pt x="8350" y="2474"/>
                    <a:pt x="8421" y="2498"/>
                    <a:pt x="8488" y="2498"/>
                  </a:cubicBezTo>
                  <a:cubicBezTo>
                    <a:pt x="8554" y="2498"/>
                    <a:pt x="8618" y="2474"/>
                    <a:pt x="8665" y="2427"/>
                  </a:cubicBezTo>
                  <a:lnTo>
                    <a:pt x="9389" y="1923"/>
                  </a:lnTo>
                  <a:lnTo>
                    <a:pt x="9925" y="2490"/>
                  </a:lnTo>
                  <a:lnTo>
                    <a:pt x="9421" y="3183"/>
                  </a:lnTo>
                  <a:cubicBezTo>
                    <a:pt x="9358" y="3309"/>
                    <a:pt x="9358" y="3466"/>
                    <a:pt x="9421" y="3592"/>
                  </a:cubicBezTo>
                  <a:cubicBezTo>
                    <a:pt x="9736" y="4065"/>
                    <a:pt x="9925" y="4537"/>
                    <a:pt x="10051" y="5073"/>
                  </a:cubicBezTo>
                  <a:cubicBezTo>
                    <a:pt x="10082" y="5231"/>
                    <a:pt x="10209" y="5294"/>
                    <a:pt x="10335" y="5357"/>
                  </a:cubicBezTo>
                  <a:lnTo>
                    <a:pt x="11185" y="5514"/>
                  </a:lnTo>
                  <a:lnTo>
                    <a:pt x="11185" y="6302"/>
                  </a:lnTo>
                  <a:lnTo>
                    <a:pt x="10335" y="6459"/>
                  </a:lnTo>
                  <a:cubicBezTo>
                    <a:pt x="10177" y="6491"/>
                    <a:pt x="10082" y="6585"/>
                    <a:pt x="10051" y="6743"/>
                  </a:cubicBezTo>
                  <a:cubicBezTo>
                    <a:pt x="9925" y="7278"/>
                    <a:pt x="9736" y="7751"/>
                    <a:pt x="9421" y="8224"/>
                  </a:cubicBezTo>
                  <a:cubicBezTo>
                    <a:pt x="9358" y="8350"/>
                    <a:pt x="9358" y="8507"/>
                    <a:pt x="9421" y="8633"/>
                  </a:cubicBezTo>
                  <a:lnTo>
                    <a:pt x="9925" y="9326"/>
                  </a:lnTo>
                  <a:lnTo>
                    <a:pt x="9389" y="9893"/>
                  </a:lnTo>
                  <a:lnTo>
                    <a:pt x="8665" y="9358"/>
                  </a:lnTo>
                  <a:cubicBezTo>
                    <a:pt x="8618" y="9326"/>
                    <a:pt x="8554" y="9310"/>
                    <a:pt x="8488" y="9310"/>
                  </a:cubicBezTo>
                  <a:cubicBezTo>
                    <a:pt x="8421" y="9310"/>
                    <a:pt x="8350" y="9326"/>
                    <a:pt x="8287" y="9358"/>
                  </a:cubicBezTo>
                  <a:cubicBezTo>
                    <a:pt x="7814" y="9673"/>
                    <a:pt x="7342" y="9893"/>
                    <a:pt x="6774" y="9988"/>
                  </a:cubicBezTo>
                  <a:cubicBezTo>
                    <a:pt x="6617" y="10051"/>
                    <a:pt x="6554" y="10145"/>
                    <a:pt x="6522" y="10271"/>
                  </a:cubicBezTo>
                  <a:lnTo>
                    <a:pt x="6365" y="11153"/>
                  </a:lnTo>
                  <a:lnTo>
                    <a:pt x="5577" y="11153"/>
                  </a:lnTo>
                  <a:lnTo>
                    <a:pt x="5420" y="10271"/>
                  </a:lnTo>
                  <a:cubicBezTo>
                    <a:pt x="5357" y="10114"/>
                    <a:pt x="5294" y="10051"/>
                    <a:pt x="5136" y="9988"/>
                  </a:cubicBezTo>
                  <a:cubicBezTo>
                    <a:pt x="4569" y="9893"/>
                    <a:pt x="4097" y="9673"/>
                    <a:pt x="3624" y="9358"/>
                  </a:cubicBezTo>
                  <a:cubicBezTo>
                    <a:pt x="3561" y="9326"/>
                    <a:pt x="3498" y="9310"/>
                    <a:pt x="3435" y="9310"/>
                  </a:cubicBezTo>
                  <a:cubicBezTo>
                    <a:pt x="3372" y="9310"/>
                    <a:pt x="3309" y="9326"/>
                    <a:pt x="3246" y="9358"/>
                  </a:cubicBezTo>
                  <a:lnTo>
                    <a:pt x="2521" y="9893"/>
                  </a:lnTo>
                  <a:lnTo>
                    <a:pt x="1986" y="9326"/>
                  </a:lnTo>
                  <a:lnTo>
                    <a:pt x="2490" y="8633"/>
                  </a:lnTo>
                  <a:cubicBezTo>
                    <a:pt x="2584" y="8507"/>
                    <a:pt x="2584" y="8350"/>
                    <a:pt x="2490" y="8224"/>
                  </a:cubicBezTo>
                  <a:cubicBezTo>
                    <a:pt x="2175" y="7751"/>
                    <a:pt x="1986" y="7278"/>
                    <a:pt x="1860" y="6743"/>
                  </a:cubicBezTo>
                  <a:cubicBezTo>
                    <a:pt x="1828" y="6585"/>
                    <a:pt x="1702" y="6491"/>
                    <a:pt x="1576" y="6459"/>
                  </a:cubicBezTo>
                  <a:lnTo>
                    <a:pt x="726" y="6302"/>
                  </a:lnTo>
                  <a:lnTo>
                    <a:pt x="726" y="5514"/>
                  </a:lnTo>
                  <a:lnTo>
                    <a:pt x="1576" y="5357"/>
                  </a:lnTo>
                  <a:cubicBezTo>
                    <a:pt x="1734" y="5325"/>
                    <a:pt x="1828" y="5231"/>
                    <a:pt x="1860" y="5073"/>
                  </a:cubicBezTo>
                  <a:cubicBezTo>
                    <a:pt x="1986" y="4506"/>
                    <a:pt x="2175" y="4065"/>
                    <a:pt x="2490" y="3592"/>
                  </a:cubicBezTo>
                  <a:cubicBezTo>
                    <a:pt x="2584" y="3466"/>
                    <a:pt x="2584" y="3309"/>
                    <a:pt x="2490" y="3183"/>
                  </a:cubicBezTo>
                  <a:lnTo>
                    <a:pt x="1986" y="2490"/>
                  </a:lnTo>
                  <a:lnTo>
                    <a:pt x="2521" y="1923"/>
                  </a:lnTo>
                  <a:lnTo>
                    <a:pt x="3246" y="2427"/>
                  </a:lnTo>
                  <a:cubicBezTo>
                    <a:pt x="3309" y="2474"/>
                    <a:pt x="3372" y="2498"/>
                    <a:pt x="3435" y="2498"/>
                  </a:cubicBezTo>
                  <a:cubicBezTo>
                    <a:pt x="3498" y="2498"/>
                    <a:pt x="3561" y="2474"/>
                    <a:pt x="3624" y="2427"/>
                  </a:cubicBezTo>
                  <a:cubicBezTo>
                    <a:pt x="4097" y="2112"/>
                    <a:pt x="4569" y="1923"/>
                    <a:pt x="5136" y="1797"/>
                  </a:cubicBezTo>
                  <a:cubicBezTo>
                    <a:pt x="5294" y="1765"/>
                    <a:pt x="5357" y="1639"/>
                    <a:pt x="5420" y="1513"/>
                  </a:cubicBezTo>
                  <a:lnTo>
                    <a:pt x="5577" y="662"/>
                  </a:lnTo>
                  <a:close/>
                  <a:moveTo>
                    <a:pt x="5262" y="1"/>
                  </a:moveTo>
                  <a:cubicBezTo>
                    <a:pt x="5073" y="1"/>
                    <a:pt x="4916" y="127"/>
                    <a:pt x="4884" y="284"/>
                  </a:cubicBezTo>
                  <a:lnTo>
                    <a:pt x="4727" y="1166"/>
                  </a:lnTo>
                  <a:cubicBezTo>
                    <a:pt x="4254" y="1292"/>
                    <a:pt x="3813" y="1481"/>
                    <a:pt x="3435" y="1734"/>
                  </a:cubicBezTo>
                  <a:lnTo>
                    <a:pt x="2679" y="1229"/>
                  </a:lnTo>
                  <a:cubicBezTo>
                    <a:pt x="2610" y="1174"/>
                    <a:pt x="2541" y="1149"/>
                    <a:pt x="2474" y="1149"/>
                  </a:cubicBezTo>
                  <a:cubicBezTo>
                    <a:pt x="2389" y="1149"/>
                    <a:pt x="2309" y="1190"/>
                    <a:pt x="2238" y="1261"/>
                  </a:cubicBezTo>
                  <a:lnTo>
                    <a:pt x="1261" y="2238"/>
                  </a:lnTo>
                  <a:cubicBezTo>
                    <a:pt x="1135" y="2364"/>
                    <a:pt x="1135" y="2553"/>
                    <a:pt x="1230" y="2679"/>
                  </a:cubicBezTo>
                  <a:lnTo>
                    <a:pt x="1734" y="3435"/>
                  </a:lnTo>
                  <a:cubicBezTo>
                    <a:pt x="1513" y="3813"/>
                    <a:pt x="1324" y="4254"/>
                    <a:pt x="1198" y="4726"/>
                  </a:cubicBezTo>
                  <a:lnTo>
                    <a:pt x="284" y="4884"/>
                  </a:lnTo>
                  <a:cubicBezTo>
                    <a:pt x="127" y="4915"/>
                    <a:pt x="1" y="5042"/>
                    <a:pt x="1" y="5231"/>
                  </a:cubicBezTo>
                  <a:lnTo>
                    <a:pt x="1" y="6617"/>
                  </a:lnTo>
                  <a:cubicBezTo>
                    <a:pt x="64" y="6774"/>
                    <a:pt x="158" y="6932"/>
                    <a:pt x="316" y="6963"/>
                  </a:cubicBezTo>
                  <a:lnTo>
                    <a:pt x="1230" y="7121"/>
                  </a:lnTo>
                  <a:cubicBezTo>
                    <a:pt x="1356" y="7593"/>
                    <a:pt x="1545" y="8034"/>
                    <a:pt x="1797" y="8413"/>
                  </a:cubicBezTo>
                  <a:lnTo>
                    <a:pt x="1261" y="9169"/>
                  </a:lnTo>
                  <a:cubicBezTo>
                    <a:pt x="1167" y="9295"/>
                    <a:pt x="1198" y="9484"/>
                    <a:pt x="1324" y="9610"/>
                  </a:cubicBezTo>
                  <a:lnTo>
                    <a:pt x="2301" y="10586"/>
                  </a:lnTo>
                  <a:cubicBezTo>
                    <a:pt x="2368" y="10654"/>
                    <a:pt x="2454" y="10685"/>
                    <a:pt x="2533" y="10685"/>
                  </a:cubicBezTo>
                  <a:cubicBezTo>
                    <a:pt x="2602" y="10685"/>
                    <a:pt x="2666" y="10662"/>
                    <a:pt x="2710" y="10618"/>
                  </a:cubicBezTo>
                  <a:lnTo>
                    <a:pt x="3466" y="10114"/>
                  </a:lnTo>
                  <a:cubicBezTo>
                    <a:pt x="3876" y="10366"/>
                    <a:pt x="4286" y="10555"/>
                    <a:pt x="4790" y="10681"/>
                  </a:cubicBezTo>
                  <a:lnTo>
                    <a:pt x="4947" y="11563"/>
                  </a:lnTo>
                  <a:cubicBezTo>
                    <a:pt x="4979" y="11721"/>
                    <a:pt x="5105" y="11847"/>
                    <a:pt x="5294" y="11847"/>
                  </a:cubicBezTo>
                  <a:lnTo>
                    <a:pt x="6680" y="11847"/>
                  </a:lnTo>
                  <a:cubicBezTo>
                    <a:pt x="6837" y="11847"/>
                    <a:pt x="6995" y="11721"/>
                    <a:pt x="7027" y="11563"/>
                  </a:cubicBezTo>
                  <a:lnTo>
                    <a:pt x="7184" y="10681"/>
                  </a:lnTo>
                  <a:cubicBezTo>
                    <a:pt x="7657" y="10555"/>
                    <a:pt x="8098" y="10366"/>
                    <a:pt x="8476" y="10114"/>
                  </a:cubicBezTo>
                  <a:lnTo>
                    <a:pt x="9232" y="10618"/>
                  </a:lnTo>
                  <a:cubicBezTo>
                    <a:pt x="9301" y="10673"/>
                    <a:pt x="9370" y="10698"/>
                    <a:pt x="9436" y="10698"/>
                  </a:cubicBezTo>
                  <a:cubicBezTo>
                    <a:pt x="9521" y="10698"/>
                    <a:pt x="9602" y="10657"/>
                    <a:pt x="9673" y="10586"/>
                  </a:cubicBezTo>
                  <a:lnTo>
                    <a:pt x="10650" y="9610"/>
                  </a:lnTo>
                  <a:cubicBezTo>
                    <a:pt x="10776" y="9484"/>
                    <a:pt x="10776" y="9295"/>
                    <a:pt x="10681" y="9169"/>
                  </a:cubicBezTo>
                  <a:lnTo>
                    <a:pt x="10177" y="8413"/>
                  </a:lnTo>
                  <a:cubicBezTo>
                    <a:pt x="10398" y="8034"/>
                    <a:pt x="10618" y="7593"/>
                    <a:pt x="10713" y="7121"/>
                  </a:cubicBezTo>
                  <a:lnTo>
                    <a:pt x="11626" y="6963"/>
                  </a:lnTo>
                  <a:cubicBezTo>
                    <a:pt x="11784" y="6932"/>
                    <a:pt x="11910" y="6806"/>
                    <a:pt x="11910" y="6617"/>
                  </a:cubicBezTo>
                  <a:lnTo>
                    <a:pt x="11910" y="5231"/>
                  </a:lnTo>
                  <a:cubicBezTo>
                    <a:pt x="11910" y="5073"/>
                    <a:pt x="11784" y="4915"/>
                    <a:pt x="11626" y="4884"/>
                  </a:cubicBezTo>
                  <a:lnTo>
                    <a:pt x="10713" y="4726"/>
                  </a:lnTo>
                  <a:cubicBezTo>
                    <a:pt x="10618" y="4254"/>
                    <a:pt x="10398" y="3813"/>
                    <a:pt x="10177" y="3403"/>
                  </a:cubicBezTo>
                  <a:lnTo>
                    <a:pt x="10681" y="2679"/>
                  </a:lnTo>
                  <a:cubicBezTo>
                    <a:pt x="10807" y="2553"/>
                    <a:pt x="10776" y="2364"/>
                    <a:pt x="10650" y="2238"/>
                  </a:cubicBezTo>
                  <a:lnTo>
                    <a:pt x="9673" y="1261"/>
                  </a:lnTo>
                  <a:cubicBezTo>
                    <a:pt x="9605" y="1193"/>
                    <a:pt x="9520" y="1162"/>
                    <a:pt x="9435" y="1162"/>
                  </a:cubicBezTo>
                  <a:cubicBezTo>
                    <a:pt x="9362" y="1162"/>
                    <a:pt x="9290" y="1186"/>
                    <a:pt x="9232" y="1229"/>
                  </a:cubicBezTo>
                  <a:lnTo>
                    <a:pt x="8476" y="1734"/>
                  </a:lnTo>
                  <a:cubicBezTo>
                    <a:pt x="8098" y="1481"/>
                    <a:pt x="7657" y="1292"/>
                    <a:pt x="7184" y="1166"/>
                  </a:cubicBezTo>
                  <a:lnTo>
                    <a:pt x="6995" y="284"/>
                  </a:lnTo>
                  <a:cubicBezTo>
                    <a:pt x="6932" y="127"/>
                    <a:pt x="6837" y="1"/>
                    <a:pt x="661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" name="Google Shape;9084;p77">
            <a:extLst>
              <a:ext uri="{FF2B5EF4-FFF2-40B4-BE49-F238E27FC236}">
                <a16:creationId xmlns:a16="http://schemas.microsoft.com/office/drawing/2014/main" id="{CE3AF6F7-81CE-2FDB-591D-8CC503ADDC8C}"/>
              </a:ext>
            </a:extLst>
          </p:cNvPr>
          <p:cNvGrpSpPr>
            <a:grpSpLocks noChangeAspect="1"/>
          </p:cNvGrpSpPr>
          <p:nvPr/>
        </p:nvGrpSpPr>
        <p:grpSpPr>
          <a:xfrm>
            <a:off x="1314900" y="1963775"/>
            <a:ext cx="1764275" cy="1800000"/>
            <a:chOff x="-65129950" y="2646800"/>
            <a:chExt cx="311125" cy="317425"/>
          </a:xfrm>
          <a:solidFill>
            <a:schemeClr val="tx1"/>
          </a:solidFill>
        </p:grpSpPr>
        <p:sp>
          <p:nvSpPr>
            <p:cNvPr id="17" name="Google Shape;9085;p77">
              <a:extLst>
                <a:ext uri="{FF2B5EF4-FFF2-40B4-BE49-F238E27FC236}">
                  <a16:creationId xmlns:a16="http://schemas.microsoft.com/office/drawing/2014/main" id="{CD80F90A-0630-9E3E-C2F6-3E0B76D3CFAA}"/>
                </a:ext>
              </a:extLst>
            </p:cNvPr>
            <p:cNvSpPr/>
            <p:nvPr/>
          </p:nvSpPr>
          <p:spPr>
            <a:xfrm>
              <a:off x="-65129950" y="2646800"/>
              <a:ext cx="311125" cy="317425"/>
            </a:xfrm>
            <a:custGeom>
              <a:avLst/>
              <a:gdLst/>
              <a:ahLst/>
              <a:cxnLst/>
              <a:rect l="l" t="t" r="r" b="b"/>
              <a:pathLst>
                <a:path w="12445" h="12697" extrusionOk="0">
                  <a:moveTo>
                    <a:pt x="6648" y="851"/>
                  </a:moveTo>
                  <a:lnTo>
                    <a:pt x="6648" y="1954"/>
                  </a:lnTo>
                  <a:lnTo>
                    <a:pt x="5860" y="1954"/>
                  </a:lnTo>
                  <a:lnTo>
                    <a:pt x="5860" y="851"/>
                  </a:lnTo>
                  <a:close/>
                  <a:moveTo>
                    <a:pt x="1261" y="1954"/>
                  </a:moveTo>
                  <a:cubicBezTo>
                    <a:pt x="1355" y="1954"/>
                    <a:pt x="1450" y="1985"/>
                    <a:pt x="1544" y="2080"/>
                  </a:cubicBezTo>
                  <a:cubicBezTo>
                    <a:pt x="1733" y="2237"/>
                    <a:pt x="1733" y="2521"/>
                    <a:pt x="1576" y="2678"/>
                  </a:cubicBezTo>
                  <a:cubicBezTo>
                    <a:pt x="1497" y="2757"/>
                    <a:pt x="1387" y="2797"/>
                    <a:pt x="1276" y="2797"/>
                  </a:cubicBezTo>
                  <a:cubicBezTo>
                    <a:pt x="1166" y="2797"/>
                    <a:pt x="1056" y="2757"/>
                    <a:pt x="977" y="2678"/>
                  </a:cubicBezTo>
                  <a:cubicBezTo>
                    <a:pt x="819" y="2521"/>
                    <a:pt x="819" y="2237"/>
                    <a:pt x="977" y="2080"/>
                  </a:cubicBezTo>
                  <a:cubicBezTo>
                    <a:pt x="1072" y="1985"/>
                    <a:pt x="1198" y="1954"/>
                    <a:pt x="1261" y="1954"/>
                  </a:cubicBezTo>
                  <a:close/>
                  <a:moveTo>
                    <a:pt x="11216" y="1954"/>
                  </a:moveTo>
                  <a:cubicBezTo>
                    <a:pt x="11468" y="1954"/>
                    <a:pt x="11626" y="2143"/>
                    <a:pt x="11626" y="2395"/>
                  </a:cubicBezTo>
                  <a:cubicBezTo>
                    <a:pt x="11626" y="2615"/>
                    <a:pt x="11437" y="2836"/>
                    <a:pt x="11216" y="2836"/>
                  </a:cubicBezTo>
                  <a:cubicBezTo>
                    <a:pt x="11027" y="2836"/>
                    <a:pt x="10807" y="2615"/>
                    <a:pt x="10807" y="2395"/>
                  </a:cubicBezTo>
                  <a:cubicBezTo>
                    <a:pt x="10807" y="2143"/>
                    <a:pt x="10996" y="1954"/>
                    <a:pt x="11216" y="1954"/>
                  </a:cubicBezTo>
                  <a:close/>
                  <a:moveTo>
                    <a:pt x="6270" y="2773"/>
                  </a:moveTo>
                  <a:cubicBezTo>
                    <a:pt x="8759" y="2773"/>
                    <a:pt x="10807" y="4821"/>
                    <a:pt x="10807" y="7341"/>
                  </a:cubicBezTo>
                  <a:cubicBezTo>
                    <a:pt x="10807" y="9861"/>
                    <a:pt x="8759" y="11909"/>
                    <a:pt x="6270" y="11909"/>
                  </a:cubicBezTo>
                  <a:cubicBezTo>
                    <a:pt x="3781" y="11909"/>
                    <a:pt x="1733" y="9861"/>
                    <a:pt x="1733" y="7341"/>
                  </a:cubicBezTo>
                  <a:cubicBezTo>
                    <a:pt x="1733" y="4821"/>
                    <a:pt x="3781" y="2773"/>
                    <a:pt x="6270" y="2773"/>
                  </a:cubicBezTo>
                  <a:close/>
                  <a:moveTo>
                    <a:pt x="4663" y="0"/>
                  </a:moveTo>
                  <a:cubicBezTo>
                    <a:pt x="4411" y="0"/>
                    <a:pt x="4254" y="189"/>
                    <a:pt x="4254" y="410"/>
                  </a:cubicBezTo>
                  <a:cubicBezTo>
                    <a:pt x="4254" y="662"/>
                    <a:pt x="4474" y="851"/>
                    <a:pt x="4663" y="851"/>
                  </a:cubicBezTo>
                  <a:lnTo>
                    <a:pt x="5104" y="851"/>
                  </a:lnTo>
                  <a:lnTo>
                    <a:pt x="5104" y="2111"/>
                  </a:lnTo>
                  <a:cubicBezTo>
                    <a:pt x="4254" y="2300"/>
                    <a:pt x="3466" y="2710"/>
                    <a:pt x="2836" y="3245"/>
                  </a:cubicBezTo>
                  <a:lnTo>
                    <a:pt x="2489" y="2899"/>
                  </a:lnTo>
                  <a:cubicBezTo>
                    <a:pt x="2741" y="2426"/>
                    <a:pt x="2647" y="1891"/>
                    <a:pt x="2269" y="1481"/>
                  </a:cubicBezTo>
                  <a:cubicBezTo>
                    <a:pt x="2032" y="1245"/>
                    <a:pt x="1717" y="1127"/>
                    <a:pt x="1394" y="1127"/>
                  </a:cubicBezTo>
                  <a:cubicBezTo>
                    <a:pt x="1072" y="1127"/>
                    <a:pt x="741" y="1245"/>
                    <a:pt x="473" y="1481"/>
                  </a:cubicBezTo>
                  <a:cubicBezTo>
                    <a:pt x="0" y="1954"/>
                    <a:pt x="0" y="2741"/>
                    <a:pt x="473" y="3245"/>
                  </a:cubicBezTo>
                  <a:cubicBezTo>
                    <a:pt x="725" y="3498"/>
                    <a:pt x="1040" y="3624"/>
                    <a:pt x="1355" y="3624"/>
                  </a:cubicBezTo>
                  <a:cubicBezTo>
                    <a:pt x="1544" y="3624"/>
                    <a:pt x="1702" y="3561"/>
                    <a:pt x="1891" y="3498"/>
                  </a:cubicBezTo>
                  <a:lnTo>
                    <a:pt x="2269" y="3844"/>
                  </a:lnTo>
                  <a:cubicBezTo>
                    <a:pt x="1481" y="4789"/>
                    <a:pt x="946" y="6018"/>
                    <a:pt x="946" y="7341"/>
                  </a:cubicBezTo>
                  <a:cubicBezTo>
                    <a:pt x="946" y="10303"/>
                    <a:pt x="3371" y="12697"/>
                    <a:pt x="6301" y="12697"/>
                  </a:cubicBezTo>
                  <a:cubicBezTo>
                    <a:pt x="9263" y="12697"/>
                    <a:pt x="11657" y="10303"/>
                    <a:pt x="11657" y="7341"/>
                  </a:cubicBezTo>
                  <a:cubicBezTo>
                    <a:pt x="11657" y="6018"/>
                    <a:pt x="11185" y="4789"/>
                    <a:pt x="10365" y="3844"/>
                  </a:cubicBezTo>
                  <a:lnTo>
                    <a:pt x="10712" y="3498"/>
                  </a:lnTo>
                  <a:cubicBezTo>
                    <a:pt x="10838" y="3561"/>
                    <a:pt x="11027" y="3624"/>
                    <a:pt x="11216" y="3624"/>
                  </a:cubicBezTo>
                  <a:cubicBezTo>
                    <a:pt x="11909" y="3624"/>
                    <a:pt x="12445" y="3056"/>
                    <a:pt x="12445" y="2363"/>
                  </a:cubicBezTo>
                  <a:cubicBezTo>
                    <a:pt x="12445" y="1670"/>
                    <a:pt x="11909" y="1135"/>
                    <a:pt x="11216" y="1135"/>
                  </a:cubicBezTo>
                  <a:cubicBezTo>
                    <a:pt x="10555" y="1135"/>
                    <a:pt x="10019" y="1670"/>
                    <a:pt x="10019" y="2363"/>
                  </a:cubicBezTo>
                  <a:cubicBezTo>
                    <a:pt x="10019" y="2552"/>
                    <a:pt x="10050" y="2710"/>
                    <a:pt x="10113" y="2899"/>
                  </a:cubicBezTo>
                  <a:lnTo>
                    <a:pt x="9767" y="3245"/>
                  </a:lnTo>
                  <a:cubicBezTo>
                    <a:pt x="9137" y="2710"/>
                    <a:pt x="8349" y="2300"/>
                    <a:pt x="7530" y="2111"/>
                  </a:cubicBezTo>
                  <a:lnTo>
                    <a:pt x="7530" y="851"/>
                  </a:lnTo>
                  <a:lnTo>
                    <a:pt x="7971" y="851"/>
                  </a:lnTo>
                  <a:cubicBezTo>
                    <a:pt x="8192" y="851"/>
                    <a:pt x="8349" y="662"/>
                    <a:pt x="8349" y="410"/>
                  </a:cubicBezTo>
                  <a:cubicBezTo>
                    <a:pt x="8349" y="189"/>
                    <a:pt x="8160" y="0"/>
                    <a:pt x="79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9086;p77">
              <a:extLst>
                <a:ext uri="{FF2B5EF4-FFF2-40B4-BE49-F238E27FC236}">
                  <a16:creationId xmlns:a16="http://schemas.microsoft.com/office/drawing/2014/main" id="{AF892B70-DE62-C2C7-18B5-DFBF5DEE9DE8}"/>
                </a:ext>
              </a:extLst>
            </p:cNvPr>
            <p:cNvSpPr/>
            <p:nvPr/>
          </p:nvSpPr>
          <p:spPr>
            <a:xfrm>
              <a:off x="-65066950" y="2738175"/>
              <a:ext cx="187475" cy="185100"/>
            </a:xfrm>
            <a:custGeom>
              <a:avLst/>
              <a:gdLst/>
              <a:ahLst/>
              <a:cxnLst/>
              <a:rect l="l" t="t" r="r" b="b"/>
              <a:pathLst>
                <a:path w="7499" h="7404" extrusionOk="0">
                  <a:moveTo>
                    <a:pt x="3309" y="819"/>
                  </a:moveTo>
                  <a:lnTo>
                    <a:pt x="3309" y="3686"/>
                  </a:lnTo>
                  <a:cubicBezTo>
                    <a:pt x="3309" y="3938"/>
                    <a:pt x="3498" y="4127"/>
                    <a:pt x="3718" y="4127"/>
                  </a:cubicBezTo>
                  <a:lnTo>
                    <a:pt x="6612" y="4127"/>
                  </a:lnTo>
                  <a:cubicBezTo>
                    <a:pt x="6410" y="5529"/>
                    <a:pt x="5188" y="6585"/>
                    <a:pt x="3750" y="6585"/>
                  </a:cubicBezTo>
                  <a:cubicBezTo>
                    <a:pt x="2143" y="6585"/>
                    <a:pt x="820" y="5261"/>
                    <a:pt x="820" y="3686"/>
                  </a:cubicBezTo>
                  <a:cubicBezTo>
                    <a:pt x="820" y="2237"/>
                    <a:pt x="1891" y="1008"/>
                    <a:pt x="3309" y="819"/>
                  </a:cubicBezTo>
                  <a:close/>
                  <a:moveTo>
                    <a:pt x="3750" y="0"/>
                  </a:moveTo>
                  <a:cubicBezTo>
                    <a:pt x="1702" y="0"/>
                    <a:pt x="1" y="1638"/>
                    <a:pt x="1" y="3686"/>
                  </a:cubicBezTo>
                  <a:cubicBezTo>
                    <a:pt x="1" y="5734"/>
                    <a:pt x="1671" y="7404"/>
                    <a:pt x="3750" y="7404"/>
                  </a:cubicBezTo>
                  <a:cubicBezTo>
                    <a:pt x="5798" y="7404"/>
                    <a:pt x="7499" y="5734"/>
                    <a:pt x="7499" y="3686"/>
                  </a:cubicBezTo>
                  <a:cubicBezTo>
                    <a:pt x="7499" y="3466"/>
                    <a:pt x="7278" y="3277"/>
                    <a:pt x="7058" y="3277"/>
                  </a:cubicBezTo>
                  <a:lnTo>
                    <a:pt x="4128" y="3277"/>
                  </a:lnTo>
                  <a:lnTo>
                    <a:pt x="4128" y="378"/>
                  </a:lnTo>
                  <a:cubicBezTo>
                    <a:pt x="4128" y="158"/>
                    <a:pt x="3939" y="0"/>
                    <a:pt x="375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9323;p77">
            <a:extLst>
              <a:ext uri="{FF2B5EF4-FFF2-40B4-BE49-F238E27FC236}">
                <a16:creationId xmlns:a16="http://schemas.microsoft.com/office/drawing/2014/main" id="{F5A93235-F709-84C1-B697-4015C51C708F}"/>
              </a:ext>
            </a:extLst>
          </p:cNvPr>
          <p:cNvGrpSpPr>
            <a:grpSpLocks noChangeAspect="1"/>
          </p:cNvGrpSpPr>
          <p:nvPr/>
        </p:nvGrpSpPr>
        <p:grpSpPr>
          <a:xfrm>
            <a:off x="6553780" y="2155192"/>
            <a:ext cx="1801359" cy="1800000"/>
            <a:chOff x="1413250" y="2680675"/>
            <a:chExt cx="297750" cy="297525"/>
          </a:xfrm>
          <a:solidFill>
            <a:schemeClr val="tx1"/>
          </a:solidFill>
        </p:grpSpPr>
        <p:sp>
          <p:nvSpPr>
            <p:cNvPr id="20" name="Google Shape;9324;p77">
              <a:extLst>
                <a:ext uri="{FF2B5EF4-FFF2-40B4-BE49-F238E27FC236}">
                  <a16:creationId xmlns:a16="http://schemas.microsoft.com/office/drawing/2014/main" id="{8D40A5D8-50EB-F8EC-7494-58C27A248559}"/>
                </a:ext>
              </a:extLst>
            </p:cNvPr>
            <p:cNvSpPr/>
            <p:nvPr/>
          </p:nvSpPr>
          <p:spPr>
            <a:xfrm>
              <a:off x="1413250" y="2680675"/>
              <a:ext cx="297750" cy="297525"/>
            </a:xfrm>
            <a:custGeom>
              <a:avLst/>
              <a:gdLst/>
              <a:ahLst/>
              <a:cxnLst/>
              <a:rect l="l" t="t" r="r" b="b"/>
              <a:pathLst>
                <a:path w="11910" h="11901" extrusionOk="0">
                  <a:moveTo>
                    <a:pt x="10460" y="1418"/>
                  </a:moveTo>
                  <a:lnTo>
                    <a:pt x="10460" y="7719"/>
                  </a:lnTo>
                  <a:lnTo>
                    <a:pt x="1387" y="7719"/>
                  </a:lnTo>
                  <a:lnTo>
                    <a:pt x="1387" y="1418"/>
                  </a:lnTo>
                  <a:close/>
                  <a:moveTo>
                    <a:pt x="5577" y="8380"/>
                  </a:moveTo>
                  <a:lnTo>
                    <a:pt x="5577" y="9105"/>
                  </a:lnTo>
                  <a:lnTo>
                    <a:pt x="5167" y="9105"/>
                  </a:lnTo>
                  <a:lnTo>
                    <a:pt x="5451" y="8380"/>
                  </a:lnTo>
                  <a:close/>
                  <a:moveTo>
                    <a:pt x="6396" y="8380"/>
                  </a:moveTo>
                  <a:lnTo>
                    <a:pt x="6679" y="9105"/>
                  </a:lnTo>
                  <a:lnTo>
                    <a:pt x="6270" y="9105"/>
                  </a:lnTo>
                  <a:lnTo>
                    <a:pt x="6270" y="8380"/>
                  </a:lnTo>
                  <a:close/>
                  <a:moveTo>
                    <a:pt x="5955" y="0"/>
                  </a:moveTo>
                  <a:cubicBezTo>
                    <a:pt x="5766" y="0"/>
                    <a:pt x="5608" y="158"/>
                    <a:pt x="5608" y="347"/>
                  </a:cubicBezTo>
                  <a:lnTo>
                    <a:pt x="5608" y="725"/>
                  </a:lnTo>
                  <a:lnTo>
                    <a:pt x="378" y="725"/>
                  </a:lnTo>
                  <a:cubicBezTo>
                    <a:pt x="158" y="725"/>
                    <a:pt x="0" y="882"/>
                    <a:pt x="0" y="1071"/>
                  </a:cubicBezTo>
                  <a:cubicBezTo>
                    <a:pt x="0" y="1260"/>
                    <a:pt x="158" y="1418"/>
                    <a:pt x="378" y="1418"/>
                  </a:cubicBezTo>
                  <a:lnTo>
                    <a:pt x="725" y="1418"/>
                  </a:lnTo>
                  <a:lnTo>
                    <a:pt x="725" y="7719"/>
                  </a:lnTo>
                  <a:lnTo>
                    <a:pt x="378" y="7719"/>
                  </a:lnTo>
                  <a:cubicBezTo>
                    <a:pt x="189" y="7719"/>
                    <a:pt x="32" y="7876"/>
                    <a:pt x="32" y="8097"/>
                  </a:cubicBezTo>
                  <a:cubicBezTo>
                    <a:pt x="32" y="8286"/>
                    <a:pt x="189" y="8443"/>
                    <a:pt x="378" y="8443"/>
                  </a:cubicBezTo>
                  <a:lnTo>
                    <a:pt x="4758" y="8443"/>
                  </a:lnTo>
                  <a:lnTo>
                    <a:pt x="3560" y="11436"/>
                  </a:lnTo>
                  <a:cubicBezTo>
                    <a:pt x="3497" y="11625"/>
                    <a:pt x="3560" y="11814"/>
                    <a:pt x="3749" y="11877"/>
                  </a:cubicBezTo>
                  <a:cubicBezTo>
                    <a:pt x="3803" y="11893"/>
                    <a:pt x="3855" y="11901"/>
                    <a:pt x="3903" y="11901"/>
                  </a:cubicBezTo>
                  <a:cubicBezTo>
                    <a:pt x="4052" y="11901"/>
                    <a:pt x="4167" y="11824"/>
                    <a:pt x="4191" y="11657"/>
                  </a:cubicBezTo>
                  <a:lnTo>
                    <a:pt x="4947" y="9830"/>
                  </a:lnTo>
                  <a:lnTo>
                    <a:pt x="5608" y="9830"/>
                  </a:lnTo>
                  <a:lnTo>
                    <a:pt x="5608" y="10838"/>
                  </a:lnTo>
                  <a:cubicBezTo>
                    <a:pt x="5608" y="11027"/>
                    <a:pt x="5766" y="11184"/>
                    <a:pt x="5955" y="11184"/>
                  </a:cubicBezTo>
                  <a:cubicBezTo>
                    <a:pt x="6175" y="11184"/>
                    <a:pt x="6333" y="11027"/>
                    <a:pt x="6333" y="10838"/>
                  </a:cubicBezTo>
                  <a:lnTo>
                    <a:pt x="6333" y="9830"/>
                  </a:lnTo>
                  <a:lnTo>
                    <a:pt x="6995" y="9830"/>
                  </a:lnTo>
                  <a:lnTo>
                    <a:pt x="7751" y="11657"/>
                  </a:lnTo>
                  <a:cubicBezTo>
                    <a:pt x="7798" y="11824"/>
                    <a:pt x="7918" y="11901"/>
                    <a:pt x="8042" y="11901"/>
                  </a:cubicBezTo>
                  <a:cubicBezTo>
                    <a:pt x="8082" y="11901"/>
                    <a:pt x="8122" y="11893"/>
                    <a:pt x="8160" y="11877"/>
                  </a:cubicBezTo>
                  <a:cubicBezTo>
                    <a:pt x="8381" y="11783"/>
                    <a:pt x="8444" y="11594"/>
                    <a:pt x="8381" y="11436"/>
                  </a:cubicBezTo>
                  <a:lnTo>
                    <a:pt x="7184" y="8443"/>
                  </a:lnTo>
                  <a:lnTo>
                    <a:pt x="11563" y="8443"/>
                  </a:lnTo>
                  <a:cubicBezTo>
                    <a:pt x="11752" y="8443"/>
                    <a:pt x="11909" y="8286"/>
                    <a:pt x="11909" y="8097"/>
                  </a:cubicBezTo>
                  <a:cubicBezTo>
                    <a:pt x="11909" y="7876"/>
                    <a:pt x="11752" y="7719"/>
                    <a:pt x="11563" y="7719"/>
                  </a:cubicBezTo>
                  <a:lnTo>
                    <a:pt x="11185" y="7719"/>
                  </a:lnTo>
                  <a:lnTo>
                    <a:pt x="11185" y="1418"/>
                  </a:lnTo>
                  <a:lnTo>
                    <a:pt x="11563" y="1418"/>
                  </a:lnTo>
                  <a:cubicBezTo>
                    <a:pt x="11752" y="1418"/>
                    <a:pt x="11909" y="1260"/>
                    <a:pt x="11909" y="1071"/>
                  </a:cubicBezTo>
                  <a:cubicBezTo>
                    <a:pt x="11909" y="882"/>
                    <a:pt x="11752" y="725"/>
                    <a:pt x="11563" y="725"/>
                  </a:cubicBezTo>
                  <a:lnTo>
                    <a:pt x="6301" y="725"/>
                  </a:lnTo>
                  <a:lnTo>
                    <a:pt x="6301" y="347"/>
                  </a:lnTo>
                  <a:cubicBezTo>
                    <a:pt x="6301" y="158"/>
                    <a:pt x="6144" y="0"/>
                    <a:pt x="59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9325;p77">
              <a:extLst>
                <a:ext uri="{FF2B5EF4-FFF2-40B4-BE49-F238E27FC236}">
                  <a16:creationId xmlns:a16="http://schemas.microsoft.com/office/drawing/2014/main" id="{41677733-9601-6F1F-E835-CD229B868567}"/>
                </a:ext>
              </a:extLst>
            </p:cNvPr>
            <p:cNvSpPr/>
            <p:nvPr/>
          </p:nvSpPr>
          <p:spPr>
            <a:xfrm>
              <a:off x="1465225" y="2805100"/>
              <a:ext cx="52800" cy="52025"/>
            </a:xfrm>
            <a:custGeom>
              <a:avLst/>
              <a:gdLst/>
              <a:ahLst/>
              <a:cxnLst/>
              <a:rect l="l" t="t" r="r" b="b"/>
              <a:pathLst>
                <a:path w="2112" h="2081" extrusionOk="0">
                  <a:moveTo>
                    <a:pt x="1387" y="663"/>
                  </a:moveTo>
                  <a:lnTo>
                    <a:pt x="1387" y="1387"/>
                  </a:lnTo>
                  <a:lnTo>
                    <a:pt x="694" y="1387"/>
                  </a:lnTo>
                  <a:lnTo>
                    <a:pt x="694" y="663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34"/>
                  </a:lnTo>
                  <a:cubicBezTo>
                    <a:pt x="1" y="1923"/>
                    <a:pt x="158" y="2080"/>
                    <a:pt x="347" y="2080"/>
                  </a:cubicBezTo>
                  <a:lnTo>
                    <a:pt x="1765" y="2080"/>
                  </a:lnTo>
                  <a:cubicBezTo>
                    <a:pt x="1954" y="2080"/>
                    <a:pt x="2112" y="1923"/>
                    <a:pt x="2112" y="1734"/>
                  </a:cubicBezTo>
                  <a:lnTo>
                    <a:pt x="2112" y="347"/>
                  </a:lnTo>
                  <a:cubicBezTo>
                    <a:pt x="2112" y="158"/>
                    <a:pt x="1954" y="1"/>
                    <a:pt x="17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9326;p77">
              <a:extLst>
                <a:ext uri="{FF2B5EF4-FFF2-40B4-BE49-F238E27FC236}">
                  <a16:creationId xmlns:a16="http://schemas.microsoft.com/office/drawing/2014/main" id="{DC5E3A4E-D5EC-7397-AB87-BF26BE88D6BF}"/>
                </a:ext>
              </a:extLst>
            </p:cNvPr>
            <p:cNvSpPr/>
            <p:nvPr/>
          </p:nvSpPr>
          <p:spPr>
            <a:xfrm>
              <a:off x="1535325" y="2769675"/>
              <a:ext cx="52800" cy="87450"/>
            </a:xfrm>
            <a:custGeom>
              <a:avLst/>
              <a:gdLst/>
              <a:ahLst/>
              <a:cxnLst/>
              <a:rect l="l" t="t" r="r" b="b"/>
              <a:pathLst>
                <a:path w="2112" h="3498" extrusionOk="0">
                  <a:moveTo>
                    <a:pt x="1387" y="662"/>
                  </a:moveTo>
                  <a:lnTo>
                    <a:pt x="1387" y="2741"/>
                  </a:lnTo>
                  <a:lnTo>
                    <a:pt x="694" y="2741"/>
                  </a:lnTo>
                  <a:lnTo>
                    <a:pt x="694" y="662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3151"/>
                  </a:lnTo>
                  <a:cubicBezTo>
                    <a:pt x="1" y="3340"/>
                    <a:pt x="158" y="3497"/>
                    <a:pt x="379" y="3497"/>
                  </a:cubicBezTo>
                  <a:lnTo>
                    <a:pt x="1733" y="3497"/>
                  </a:lnTo>
                  <a:lnTo>
                    <a:pt x="1733" y="3466"/>
                  </a:lnTo>
                  <a:cubicBezTo>
                    <a:pt x="1954" y="3466"/>
                    <a:pt x="2112" y="3308"/>
                    <a:pt x="2112" y="3119"/>
                  </a:cubicBezTo>
                  <a:lnTo>
                    <a:pt x="2112" y="347"/>
                  </a:lnTo>
                  <a:cubicBezTo>
                    <a:pt x="2112" y="158"/>
                    <a:pt x="1954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327;p77">
              <a:extLst>
                <a:ext uri="{FF2B5EF4-FFF2-40B4-BE49-F238E27FC236}">
                  <a16:creationId xmlns:a16="http://schemas.microsoft.com/office/drawing/2014/main" id="{BC2698A5-0807-3992-CB5A-64017FED62E7}"/>
                </a:ext>
              </a:extLst>
            </p:cNvPr>
            <p:cNvSpPr/>
            <p:nvPr/>
          </p:nvSpPr>
          <p:spPr>
            <a:xfrm>
              <a:off x="1604650" y="2733425"/>
              <a:ext cx="52775" cy="122900"/>
            </a:xfrm>
            <a:custGeom>
              <a:avLst/>
              <a:gdLst/>
              <a:ahLst/>
              <a:cxnLst/>
              <a:rect l="l" t="t" r="r" b="b"/>
              <a:pathLst>
                <a:path w="2111" h="4916" extrusionOk="0">
                  <a:moveTo>
                    <a:pt x="1418" y="726"/>
                  </a:moveTo>
                  <a:lnTo>
                    <a:pt x="1418" y="4254"/>
                  </a:lnTo>
                  <a:lnTo>
                    <a:pt x="725" y="4254"/>
                  </a:lnTo>
                  <a:lnTo>
                    <a:pt x="725" y="726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4569"/>
                  </a:lnTo>
                  <a:cubicBezTo>
                    <a:pt x="0" y="4758"/>
                    <a:pt x="158" y="4916"/>
                    <a:pt x="347" y="4916"/>
                  </a:cubicBezTo>
                  <a:lnTo>
                    <a:pt x="1764" y="4916"/>
                  </a:lnTo>
                  <a:cubicBezTo>
                    <a:pt x="1953" y="4916"/>
                    <a:pt x="2111" y="4758"/>
                    <a:pt x="2111" y="4569"/>
                  </a:cubicBezTo>
                  <a:lnTo>
                    <a:pt x="2111" y="348"/>
                  </a:lnTo>
                  <a:cubicBezTo>
                    <a:pt x="2111" y="159"/>
                    <a:pt x="1953" y="1"/>
                    <a:pt x="17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" name="Google Shape;9415;p77">
            <a:extLst>
              <a:ext uri="{FF2B5EF4-FFF2-40B4-BE49-F238E27FC236}">
                <a16:creationId xmlns:a16="http://schemas.microsoft.com/office/drawing/2014/main" id="{3DD9CFC3-507D-AFB1-83BF-C0AF30947386}"/>
              </a:ext>
            </a:extLst>
          </p:cNvPr>
          <p:cNvGrpSpPr>
            <a:grpSpLocks noChangeAspect="1"/>
          </p:cNvGrpSpPr>
          <p:nvPr/>
        </p:nvGrpSpPr>
        <p:grpSpPr>
          <a:xfrm>
            <a:off x="9417670" y="3435693"/>
            <a:ext cx="1800000" cy="1800000"/>
            <a:chOff x="5775900" y="2308125"/>
            <a:chExt cx="295375" cy="295375"/>
          </a:xfrm>
          <a:solidFill>
            <a:schemeClr val="tx1"/>
          </a:solidFill>
        </p:grpSpPr>
        <p:sp>
          <p:nvSpPr>
            <p:cNvPr id="25" name="Google Shape;9416;p77">
              <a:extLst>
                <a:ext uri="{FF2B5EF4-FFF2-40B4-BE49-F238E27FC236}">
                  <a16:creationId xmlns:a16="http://schemas.microsoft.com/office/drawing/2014/main" id="{A39AA61E-3A9D-C643-8C12-C78EDB61B40C}"/>
                </a:ext>
              </a:extLst>
            </p:cNvPr>
            <p:cNvSpPr/>
            <p:nvPr/>
          </p:nvSpPr>
          <p:spPr>
            <a:xfrm>
              <a:off x="5984625" y="2482975"/>
              <a:ext cx="18125" cy="18150"/>
            </a:xfrm>
            <a:custGeom>
              <a:avLst/>
              <a:gdLst/>
              <a:ahLst/>
              <a:cxnLst/>
              <a:rect l="l" t="t" r="r" b="b"/>
              <a:pathLst>
                <a:path w="725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47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417;p77">
              <a:extLst>
                <a:ext uri="{FF2B5EF4-FFF2-40B4-BE49-F238E27FC236}">
                  <a16:creationId xmlns:a16="http://schemas.microsoft.com/office/drawing/2014/main" id="{C2BC30ED-E36D-A58C-FECA-CE204731C91A}"/>
                </a:ext>
              </a:extLst>
            </p:cNvPr>
            <p:cNvSpPr/>
            <p:nvPr/>
          </p:nvSpPr>
          <p:spPr>
            <a:xfrm>
              <a:off x="5775900" y="2308125"/>
              <a:ext cx="295375" cy="295375"/>
            </a:xfrm>
            <a:custGeom>
              <a:avLst/>
              <a:gdLst/>
              <a:ahLst/>
              <a:cxnLst/>
              <a:rect l="l" t="t" r="r" b="b"/>
              <a:pathLst>
                <a:path w="11815" h="11815" extrusionOk="0">
                  <a:moveTo>
                    <a:pt x="7845" y="725"/>
                  </a:moveTo>
                  <a:cubicBezTo>
                    <a:pt x="7719" y="914"/>
                    <a:pt x="7656" y="1166"/>
                    <a:pt x="7656" y="1450"/>
                  </a:cubicBezTo>
                  <a:cubicBezTo>
                    <a:pt x="7656" y="1670"/>
                    <a:pt x="7719" y="1922"/>
                    <a:pt x="7845" y="2143"/>
                  </a:cubicBezTo>
                  <a:lnTo>
                    <a:pt x="1387" y="2143"/>
                  </a:lnTo>
                  <a:cubicBezTo>
                    <a:pt x="1009" y="2143"/>
                    <a:pt x="694" y="1828"/>
                    <a:pt x="694" y="1450"/>
                  </a:cubicBezTo>
                  <a:cubicBezTo>
                    <a:pt x="694" y="1040"/>
                    <a:pt x="1009" y="725"/>
                    <a:pt x="1387" y="725"/>
                  </a:cubicBezTo>
                  <a:close/>
                  <a:moveTo>
                    <a:pt x="6112" y="6994"/>
                  </a:moveTo>
                  <a:cubicBezTo>
                    <a:pt x="5955" y="7183"/>
                    <a:pt x="5829" y="7436"/>
                    <a:pt x="5766" y="7719"/>
                  </a:cubicBezTo>
                  <a:lnTo>
                    <a:pt x="3466" y="7719"/>
                  </a:lnTo>
                  <a:lnTo>
                    <a:pt x="3466" y="6994"/>
                  </a:lnTo>
                  <a:close/>
                  <a:moveTo>
                    <a:pt x="694" y="2678"/>
                  </a:moveTo>
                  <a:cubicBezTo>
                    <a:pt x="883" y="2773"/>
                    <a:pt x="1103" y="2867"/>
                    <a:pt x="1387" y="2867"/>
                  </a:cubicBezTo>
                  <a:lnTo>
                    <a:pt x="1387" y="10460"/>
                  </a:lnTo>
                  <a:cubicBezTo>
                    <a:pt x="1009" y="10460"/>
                    <a:pt x="694" y="10145"/>
                    <a:pt x="694" y="9767"/>
                  </a:cubicBezTo>
                  <a:lnTo>
                    <a:pt x="694" y="2678"/>
                  </a:lnTo>
                  <a:close/>
                  <a:moveTo>
                    <a:pt x="8381" y="2836"/>
                  </a:moveTo>
                  <a:lnTo>
                    <a:pt x="8381" y="5608"/>
                  </a:lnTo>
                  <a:cubicBezTo>
                    <a:pt x="7814" y="5703"/>
                    <a:pt x="7247" y="5923"/>
                    <a:pt x="6774" y="6301"/>
                  </a:cubicBezTo>
                  <a:lnTo>
                    <a:pt x="3151" y="6301"/>
                  </a:lnTo>
                  <a:cubicBezTo>
                    <a:pt x="2962" y="6301"/>
                    <a:pt x="2804" y="6459"/>
                    <a:pt x="2804" y="6648"/>
                  </a:cubicBezTo>
                  <a:lnTo>
                    <a:pt x="2804" y="8034"/>
                  </a:lnTo>
                  <a:cubicBezTo>
                    <a:pt x="2804" y="8223"/>
                    <a:pt x="2962" y="8381"/>
                    <a:pt x="3151" y="8381"/>
                  </a:cubicBezTo>
                  <a:lnTo>
                    <a:pt x="5640" y="8381"/>
                  </a:lnTo>
                  <a:lnTo>
                    <a:pt x="5640" y="8727"/>
                  </a:lnTo>
                  <a:cubicBezTo>
                    <a:pt x="5640" y="9357"/>
                    <a:pt x="5829" y="9956"/>
                    <a:pt x="6144" y="10492"/>
                  </a:cubicBezTo>
                  <a:lnTo>
                    <a:pt x="2080" y="10492"/>
                  </a:lnTo>
                  <a:lnTo>
                    <a:pt x="2080" y="10460"/>
                  </a:lnTo>
                  <a:lnTo>
                    <a:pt x="2080" y="2836"/>
                  </a:lnTo>
                  <a:close/>
                  <a:moveTo>
                    <a:pt x="8727" y="6301"/>
                  </a:moveTo>
                  <a:cubicBezTo>
                    <a:pt x="10050" y="6301"/>
                    <a:pt x="11153" y="7404"/>
                    <a:pt x="11153" y="8727"/>
                  </a:cubicBezTo>
                  <a:cubicBezTo>
                    <a:pt x="11153" y="10082"/>
                    <a:pt x="10050" y="11216"/>
                    <a:pt x="8727" y="11216"/>
                  </a:cubicBezTo>
                  <a:cubicBezTo>
                    <a:pt x="7373" y="11216"/>
                    <a:pt x="6270" y="10113"/>
                    <a:pt x="6270" y="8727"/>
                  </a:cubicBezTo>
                  <a:cubicBezTo>
                    <a:pt x="6270" y="7373"/>
                    <a:pt x="7373" y="6301"/>
                    <a:pt x="8727" y="6301"/>
                  </a:cubicBezTo>
                  <a:close/>
                  <a:moveTo>
                    <a:pt x="1387" y="0"/>
                  </a:moveTo>
                  <a:cubicBezTo>
                    <a:pt x="630" y="0"/>
                    <a:pt x="0" y="630"/>
                    <a:pt x="0" y="1355"/>
                  </a:cubicBezTo>
                  <a:lnTo>
                    <a:pt x="0" y="9704"/>
                  </a:lnTo>
                  <a:cubicBezTo>
                    <a:pt x="0" y="10460"/>
                    <a:pt x="630" y="11090"/>
                    <a:pt x="1387" y="11090"/>
                  </a:cubicBezTo>
                  <a:lnTo>
                    <a:pt x="6742" y="11090"/>
                  </a:lnTo>
                  <a:cubicBezTo>
                    <a:pt x="7310" y="11563"/>
                    <a:pt x="8003" y="11815"/>
                    <a:pt x="8727" y="11815"/>
                  </a:cubicBezTo>
                  <a:cubicBezTo>
                    <a:pt x="10460" y="11815"/>
                    <a:pt x="11815" y="10334"/>
                    <a:pt x="11815" y="8664"/>
                  </a:cubicBezTo>
                  <a:cubicBezTo>
                    <a:pt x="11815" y="7120"/>
                    <a:pt x="10618" y="5829"/>
                    <a:pt x="9074" y="5608"/>
                  </a:cubicBezTo>
                  <a:lnTo>
                    <a:pt x="9074" y="2458"/>
                  </a:lnTo>
                  <a:cubicBezTo>
                    <a:pt x="9074" y="2269"/>
                    <a:pt x="9042" y="2143"/>
                    <a:pt x="8822" y="2080"/>
                  </a:cubicBezTo>
                  <a:cubicBezTo>
                    <a:pt x="8538" y="1985"/>
                    <a:pt x="8349" y="1733"/>
                    <a:pt x="8349" y="1418"/>
                  </a:cubicBezTo>
                  <a:cubicBezTo>
                    <a:pt x="8349" y="1135"/>
                    <a:pt x="8538" y="851"/>
                    <a:pt x="8822" y="725"/>
                  </a:cubicBezTo>
                  <a:cubicBezTo>
                    <a:pt x="8979" y="694"/>
                    <a:pt x="9074" y="536"/>
                    <a:pt x="9074" y="410"/>
                  </a:cubicBezTo>
                  <a:lnTo>
                    <a:pt x="9074" y="347"/>
                  </a:lnTo>
                  <a:cubicBezTo>
                    <a:pt x="9074" y="158"/>
                    <a:pt x="8916" y="0"/>
                    <a:pt x="872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418;p77">
              <a:extLst>
                <a:ext uri="{FF2B5EF4-FFF2-40B4-BE49-F238E27FC236}">
                  <a16:creationId xmlns:a16="http://schemas.microsoft.com/office/drawing/2014/main" id="{2C897D10-FA49-DE4B-2C1B-7678C45761EE}"/>
                </a:ext>
              </a:extLst>
            </p:cNvPr>
            <p:cNvSpPr/>
            <p:nvPr/>
          </p:nvSpPr>
          <p:spPr>
            <a:xfrm>
              <a:off x="5984625" y="2508975"/>
              <a:ext cx="18125" cy="61450"/>
            </a:xfrm>
            <a:custGeom>
              <a:avLst/>
              <a:gdLst/>
              <a:ahLst/>
              <a:cxnLst/>
              <a:rect l="l" t="t" r="r" b="b"/>
              <a:pathLst>
                <a:path w="725" h="2458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2111"/>
                  </a:lnTo>
                  <a:cubicBezTo>
                    <a:pt x="0" y="2300"/>
                    <a:pt x="158" y="2458"/>
                    <a:pt x="378" y="2458"/>
                  </a:cubicBezTo>
                  <a:cubicBezTo>
                    <a:pt x="567" y="2458"/>
                    <a:pt x="725" y="2300"/>
                    <a:pt x="725" y="2111"/>
                  </a:cubicBezTo>
                  <a:lnTo>
                    <a:pt x="725" y="347"/>
                  </a:ln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419;p77">
              <a:extLst>
                <a:ext uri="{FF2B5EF4-FFF2-40B4-BE49-F238E27FC236}">
                  <a16:creationId xmlns:a16="http://schemas.microsoft.com/office/drawing/2014/main" id="{CA9B1A55-307A-E37D-D68E-603A00FD86B3}"/>
                </a:ext>
              </a:extLst>
            </p:cNvPr>
            <p:cNvSpPr/>
            <p:nvPr/>
          </p:nvSpPr>
          <p:spPr>
            <a:xfrm>
              <a:off x="5845200" y="2395550"/>
              <a:ext cx="122900" cy="17350"/>
            </a:xfrm>
            <a:custGeom>
              <a:avLst/>
              <a:gdLst/>
              <a:ahLst/>
              <a:cxnLst/>
              <a:rect l="l" t="t" r="r" b="b"/>
              <a:pathLst>
                <a:path w="491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694"/>
                    <a:pt x="347" y="694"/>
                  </a:cubicBezTo>
                  <a:lnTo>
                    <a:pt x="4569" y="694"/>
                  </a:lnTo>
                  <a:cubicBezTo>
                    <a:pt x="4758" y="694"/>
                    <a:pt x="4916" y="536"/>
                    <a:pt x="4916" y="347"/>
                  </a:cubicBezTo>
                  <a:cubicBezTo>
                    <a:pt x="4916" y="158"/>
                    <a:pt x="4758" y="0"/>
                    <a:pt x="456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420;p77">
              <a:extLst>
                <a:ext uri="{FF2B5EF4-FFF2-40B4-BE49-F238E27FC236}">
                  <a16:creationId xmlns:a16="http://schemas.microsoft.com/office/drawing/2014/main" id="{5A86FD01-AC42-F0AF-B3F3-EF499BA964CB}"/>
                </a:ext>
              </a:extLst>
            </p:cNvPr>
            <p:cNvSpPr/>
            <p:nvPr/>
          </p:nvSpPr>
          <p:spPr>
            <a:xfrm>
              <a:off x="5845200" y="2431000"/>
              <a:ext cx="122900" cy="17350"/>
            </a:xfrm>
            <a:custGeom>
              <a:avLst/>
              <a:gdLst/>
              <a:ahLst/>
              <a:cxnLst/>
              <a:rect l="l" t="t" r="r" b="b"/>
              <a:pathLst>
                <a:path w="491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4569" y="693"/>
                  </a:lnTo>
                  <a:cubicBezTo>
                    <a:pt x="4758" y="693"/>
                    <a:pt x="4916" y="536"/>
                    <a:pt x="4916" y="347"/>
                  </a:cubicBezTo>
                  <a:cubicBezTo>
                    <a:pt x="4916" y="158"/>
                    <a:pt x="4758" y="0"/>
                    <a:pt x="456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" name="Subtitle 20">
            <a:extLst>
              <a:ext uri="{FF2B5EF4-FFF2-40B4-BE49-F238E27FC236}">
                <a16:creationId xmlns:a16="http://schemas.microsoft.com/office/drawing/2014/main" id="{573F9962-7A69-90C0-105B-3715F5B833CA}"/>
              </a:ext>
            </a:extLst>
          </p:cNvPr>
          <p:cNvSpPr txBox="1">
            <a:spLocks/>
          </p:cNvSpPr>
          <p:nvPr/>
        </p:nvSpPr>
        <p:spPr>
          <a:xfrm>
            <a:off x="773603" y="3955192"/>
            <a:ext cx="2860195" cy="94793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1800" b="1" dirty="0">
                <a:solidFill>
                  <a:schemeClr val="tx1"/>
                </a:solidFill>
              </a:rPr>
              <a:t>Time management</a:t>
            </a:r>
          </a:p>
        </p:txBody>
      </p:sp>
      <p:sp>
        <p:nvSpPr>
          <p:cNvPr id="32" name="Subtitle 20">
            <a:extLst>
              <a:ext uri="{FF2B5EF4-FFF2-40B4-BE49-F238E27FC236}">
                <a16:creationId xmlns:a16="http://schemas.microsoft.com/office/drawing/2014/main" id="{177011EC-FDD7-8968-FF95-FA377EA5EEA3}"/>
              </a:ext>
            </a:extLst>
          </p:cNvPr>
          <p:cNvSpPr txBox="1">
            <a:spLocks/>
          </p:cNvSpPr>
          <p:nvPr/>
        </p:nvSpPr>
        <p:spPr>
          <a:xfrm>
            <a:off x="3235805" y="3222257"/>
            <a:ext cx="2860195" cy="94793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1800" b="1" dirty="0">
                <a:solidFill>
                  <a:schemeClr val="tx1"/>
                </a:solidFill>
              </a:rPr>
              <a:t>Work management</a:t>
            </a:r>
          </a:p>
        </p:txBody>
      </p:sp>
      <p:sp>
        <p:nvSpPr>
          <p:cNvPr id="33" name="Subtitle 20">
            <a:extLst>
              <a:ext uri="{FF2B5EF4-FFF2-40B4-BE49-F238E27FC236}">
                <a16:creationId xmlns:a16="http://schemas.microsoft.com/office/drawing/2014/main" id="{12B9D487-D292-CEC3-4C23-4935088E5415}"/>
              </a:ext>
            </a:extLst>
          </p:cNvPr>
          <p:cNvSpPr txBox="1">
            <a:spLocks/>
          </p:cNvSpPr>
          <p:nvPr/>
        </p:nvSpPr>
        <p:spPr>
          <a:xfrm>
            <a:off x="6013582" y="4196127"/>
            <a:ext cx="2860195" cy="94793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1800" b="1" dirty="0">
                <a:solidFill>
                  <a:schemeClr val="tx1"/>
                </a:solidFill>
              </a:rPr>
              <a:t>Progress monitoring</a:t>
            </a:r>
          </a:p>
        </p:txBody>
      </p:sp>
      <p:sp>
        <p:nvSpPr>
          <p:cNvPr id="34" name="Subtitle 20">
            <a:extLst>
              <a:ext uri="{FF2B5EF4-FFF2-40B4-BE49-F238E27FC236}">
                <a16:creationId xmlns:a16="http://schemas.microsoft.com/office/drawing/2014/main" id="{EC718342-D3DC-B932-19DB-D19F58161E7D}"/>
              </a:ext>
            </a:extLst>
          </p:cNvPr>
          <p:cNvSpPr txBox="1">
            <a:spLocks/>
          </p:cNvSpPr>
          <p:nvPr/>
        </p:nvSpPr>
        <p:spPr>
          <a:xfrm>
            <a:off x="8669583" y="2873036"/>
            <a:ext cx="2860195" cy="94793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1800" b="1" dirty="0">
                <a:solidFill>
                  <a:schemeClr val="tx1"/>
                </a:solidFill>
              </a:rPr>
              <a:t>Tasks &amp; objectives</a:t>
            </a:r>
          </a:p>
        </p:txBody>
      </p:sp>
    </p:spTree>
    <p:extLst>
      <p:ext uri="{BB962C8B-B14F-4D97-AF65-F5344CB8AC3E}">
        <p14:creationId xmlns:p14="http://schemas.microsoft.com/office/powerpoint/2010/main" val="780520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9257;p77">
            <a:extLst>
              <a:ext uri="{FF2B5EF4-FFF2-40B4-BE49-F238E27FC236}">
                <a16:creationId xmlns:a16="http://schemas.microsoft.com/office/drawing/2014/main" id="{21142893-E8C5-17E5-1F36-28431893B2F9}"/>
              </a:ext>
            </a:extLst>
          </p:cNvPr>
          <p:cNvSpPr>
            <a:spLocks noChangeAspect="1"/>
          </p:cNvSpPr>
          <p:nvPr/>
        </p:nvSpPr>
        <p:spPr>
          <a:xfrm>
            <a:off x="1825505" y="2573237"/>
            <a:ext cx="1800000" cy="1403486"/>
          </a:xfrm>
          <a:custGeom>
            <a:avLst/>
            <a:gdLst/>
            <a:ahLst/>
            <a:cxnLst/>
            <a:rect l="l" t="t" r="r" b="b"/>
            <a:pathLst>
              <a:path w="12729" h="9925" extrusionOk="0">
                <a:moveTo>
                  <a:pt x="925" y="3644"/>
                </a:moveTo>
                <a:cubicBezTo>
                  <a:pt x="944" y="3644"/>
                  <a:pt x="963" y="3648"/>
                  <a:pt x="978" y="3655"/>
                </a:cubicBezTo>
                <a:lnTo>
                  <a:pt x="1608" y="3970"/>
                </a:lnTo>
                <a:lnTo>
                  <a:pt x="1608" y="5923"/>
                </a:lnTo>
                <a:lnTo>
                  <a:pt x="978" y="6239"/>
                </a:lnTo>
                <a:cubicBezTo>
                  <a:pt x="963" y="6253"/>
                  <a:pt x="945" y="6259"/>
                  <a:pt x="926" y="6259"/>
                </a:cubicBezTo>
                <a:cubicBezTo>
                  <a:pt x="863" y="6259"/>
                  <a:pt x="788" y="6192"/>
                  <a:pt x="788" y="6144"/>
                </a:cubicBezTo>
                <a:lnTo>
                  <a:pt x="788" y="3781"/>
                </a:lnTo>
                <a:cubicBezTo>
                  <a:pt x="788" y="3685"/>
                  <a:pt x="862" y="3644"/>
                  <a:pt x="925" y="3644"/>
                </a:cubicBezTo>
                <a:close/>
                <a:moveTo>
                  <a:pt x="10177" y="1796"/>
                </a:moveTo>
                <a:lnTo>
                  <a:pt x="10177" y="8129"/>
                </a:lnTo>
                <a:lnTo>
                  <a:pt x="2458" y="5892"/>
                </a:lnTo>
                <a:lnTo>
                  <a:pt x="2458" y="4033"/>
                </a:lnTo>
                <a:lnTo>
                  <a:pt x="10177" y="1796"/>
                </a:lnTo>
                <a:close/>
                <a:moveTo>
                  <a:pt x="4128" y="7247"/>
                </a:moveTo>
                <a:lnTo>
                  <a:pt x="6963" y="8066"/>
                </a:lnTo>
                <a:cubicBezTo>
                  <a:pt x="6648" y="8507"/>
                  <a:pt x="6176" y="8822"/>
                  <a:pt x="5640" y="8822"/>
                </a:cubicBezTo>
                <a:cubicBezTo>
                  <a:pt x="4758" y="8822"/>
                  <a:pt x="4097" y="8097"/>
                  <a:pt x="4128" y="7247"/>
                </a:cubicBezTo>
                <a:close/>
                <a:moveTo>
                  <a:pt x="11374" y="820"/>
                </a:moveTo>
                <a:cubicBezTo>
                  <a:pt x="11626" y="820"/>
                  <a:pt x="11815" y="1009"/>
                  <a:pt x="11815" y="1261"/>
                </a:cubicBezTo>
                <a:lnTo>
                  <a:pt x="11815" y="8696"/>
                </a:lnTo>
                <a:cubicBezTo>
                  <a:pt x="11815" y="8916"/>
                  <a:pt x="11626" y="9137"/>
                  <a:pt x="11374" y="9137"/>
                </a:cubicBezTo>
                <a:cubicBezTo>
                  <a:pt x="11154" y="9137"/>
                  <a:pt x="10996" y="8916"/>
                  <a:pt x="10996" y="8696"/>
                </a:cubicBezTo>
                <a:lnTo>
                  <a:pt x="10996" y="1261"/>
                </a:lnTo>
                <a:cubicBezTo>
                  <a:pt x="10996" y="1009"/>
                  <a:pt x="11185" y="820"/>
                  <a:pt x="11374" y="820"/>
                </a:cubicBezTo>
                <a:close/>
                <a:moveTo>
                  <a:pt x="11437" y="1"/>
                </a:moveTo>
                <a:cubicBezTo>
                  <a:pt x="10839" y="1"/>
                  <a:pt x="10366" y="379"/>
                  <a:pt x="10240" y="883"/>
                </a:cubicBezTo>
                <a:lnTo>
                  <a:pt x="2080" y="3246"/>
                </a:lnTo>
                <a:lnTo>
                  <a:pt x="1387" y="2899"/>
                </a:lnTo>
                <a:cubicBezTo>
                  <a:pt x="1251" y="2831"/>
                  <a:pt x="1109" y="2800"/>
                  <a:pt x="970" y="2800"/>
                </a:cubicBezTo>
                <a:cubicBezTo>
                  <a:pt x="466" y="2800"/>
                  <a:pt x="1" y="3213"/>
                  <a:pt x="1" y="3781"/>
                </a:cubicBezTo>
                <a:lnTo>
                  <a:pt x="1" y="6144"/>
                </a:lnTo>
                <a:cubicBezTo>
                  <a:pt x="1" y="6687"/>
                  <a:pt x="465" y="7094"/>
                  <a:pt x="983" y="7094"/>
                </a:cubicBezTo>
                <a:cubicBezTo>
                  <a:pt x="1127" y="7094"/>
                  <a:pt x="1275" y="7063"/>
                  <a:pt x="1419" y="6995"/>
                </a:cubicBezTo>
                <a:lnTo>
                  <a:pt x="2143" y="6648"/>
                </a:lnTo>
                <a:lnTo>
                  <a:pt x="3340" y="6995"/>
                </a:lnTo>
                <a:cubicBezTo>
                  <a:pt x="3151" y="8412"/>
                  <a:pt x="4254" y="9641"/>
                  <a:pt x="5672" y="9641"/>
                </a:cubicBezTo>
                <a:cubicBezTo>
                  <a:pt x="6585" y="9641"/>
                  <a:pt x="7405" y="9074"/>
                  <a:pt x="7814" y="8286"/>
                </a:cubicBezTo>
                <a:lnTo>
                  <a:pt x="10271" y="9011"/>
                </a:lnTo>
                <a:cubicBezTo>
                  <a:pt x="10429" y="9515"/>
                  <a:pt x="10902" y="9925"/>
                  <a:pt x="11469" y="9925"/>
                </a:cubicBezTo>
                <a:cubicBezTo>
                  <a:pt x="12130" y="9925"/>
                  <a:pt x="12729" y="9358"/>
                  <a:pt x="12729" y="8664"/>
                </a:cubicBezTo>
                <a:lnTo>
                  <a:pt x="12729" y="1198"/>
                </a:lnTo>
                <a:cubicBezTo>
                  <a:pt x="12634" y="536"/>
                  <a:pt x="12099" y="1"/>
                  <a:pt x="11437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" name="Google Shape;9383;p77">
            <a:extLst>
              <a:ext uri="{FF2B5EF4-FFF2-40B4-BE49-F238E27FC236}">
                <a16:creationId xmlns:a16="http://schemas.microsoft.com/office/drawing/2014/main" id="{A2BCC0F7-C946-5BEB-05E3-1E76917DE222}"/>
              </a:ext>
            </a:extLst>
          </p:cNvPr>
          <p:cNvGrpSpPr>
            <a:grpSpLocks noChangeAspect="1"/>
          </p:cNvGrpSpPr>
          <p:nvPr/>
        </p:nvGrpSpPr>
        <p:grpSpPr>
          <a:xfrm>
            <a:off x="8617090" y="2024336"/>
            <a:ext cx="1814588" cy="1800000"/>
            <a:chOff x="2139425" y="2682250"/>
            <a:chExt cx="298550" cy="296150"/>
          </a:xfrm>
          <a:solidFill>
            <a:schemeClr val="tx1"/>
          </a:solidFill>
        </p:grpSpPr>
        <p:sp>
          <p:nvSpPr>
            <p:cNvPr id="19" name="Google Shape;9384;p77">
              <a:extLst>
                <a:ext uri="{FF2B5EF4-FFF2-40B4-BE49-F238E27FC236}">
                  <a16:creationId xmlns:a16="http://schemas.microsoft.com/office/drawing/2014/main" id="{07114CFD-C7D8-AE6C-1BBC-1CE03A01A1EB}"/>
                </a:ext>
              </a:extLst>
            </p:cNvPr>
            <p:cNvSpPr/>
            <p:nvPr/>
          </p:nvSpPr>
          <p:spPr>
            <a:xfrm>
              <a:off x="2139425" y="2787000"/>
              <a:ext cx="159125" cy="191400"/>
            </a:xfrm>
            <a:custGeom>
              <a:avLst/>
              <a:gdLst/>
              <a:ahLst/>
              <a:cxnLst/>
              <a:rect l="l" t="t" r="r" b="b"/>
              <a:pathLst>
                <a:path w="6365" h="7656" extrusionOk="0">
                  <a:moveTo>
                    <a:pt x="3214" y="630"/>
                  </a:moveTo>
                  <a:cubicBezTo>
                    <a:pt x="3813" y="630"/>
                    <a:pt x="4286" y="1103"/>
                    <a:pt x="4286" y="1670"/>
                  </a:cubicBezTo>
                  <a:cubicBezTo>
                    <a:pt x="4286" y="2206"/>
                    <a:pt x="3813" y="2678"/>
                    <a:pt x="3214" y="2678"/>
                  </a:cubicBezTo>
                  <a:cubicBezTo>
                    <a:pt x="2647" y="2678"/>
                    <a:pt x="2175" y="2206"/>
                    <a:pt x="2175" y="1670"/>
                  </a:cubicBezTo>
                  <a:cubicBezTo>
                    <a:pt x="2175" y="1166"/>
                    <a:pt x="2647" y="630"/>
                    <a:pt x="3214" y="630"/>
                  </a:cubicBezTo>
                  <a:close/>
                  <a:moveTo>
                    <a:pt x="3183" y="3403"/>
                  </a:moveTo>
                  <a:cubicBezTo>
                    <a:pt x="4538" y="3403"/>
                    <a:pt x="5609" y="4506"/>
                    <a:pt x="5609" y="5829"/>
                  </a:cubicBezTo>
                  <a:lnTo>
                    <a:pt x="5609" y="6931"/>
                  </a:lnTo>
                  <a:lnTo>
                    <a:pt x="757" y="6931"/>
                  </a:lnTo>
                  <a:lnTo>
                    <a:pt x="757" y="5829"/>
                  </a:lnTo>
                  <a:cubicBezTo>
                    <a:pt x="757" y="4506"/>
                    <a:pt x="1860" y="3403"/>
                    <a:pt x="3183" y="3403"/>
                  </a:cubicBezTo>
                  <a:close/>
                  <a:moveTo>
                    <a:pt x="3183" y="0"/>
                  </a:moveTo>
                  <a:cubicBezTo>
                    <a:pt x="2238" y="0"/>
                    <a:pt x="1419" y="788"/>
                    <a:pt x="1419" y="1733"/>
                  </a:cubicBezTo>
                  <a:cubicBezTo>
                    <a:pt x="1419" y="2206"/>
                    <a:pt x="1608" y="2678"/>
                    <a:pt x="1954" y="2993"/>
                  </a:cubicBezTo>
                  <a:cubicBezTo>
                    <a:pt x="820" y="3466"/>
                    <a:pt x="1" y="4569"/>
                    <a:pt x="1" y="5892"/>
                  </a:cubicBezTo>
                  <a:lnTo>
                    <a:pt x="1" y="7309"/>
                  </a:lnTo>
                  <a:cubicBezTo>
                    <a:pt x="64" y="7498"/>
                    <a:pt x="222" y="7656"/>
                    <a:pt x="442" y="7656"/>
                  </a:cubicBezTo>
                  <a:lnTo>
                    <a:pt x="6018" y="7656"/>
                  </a:lnTo>
                  <a:cubicBezTo>
                    <a:pt x="6207" y="7656"/>
                    <a:pt x="6365" y="7498"/>
                    <a:pt x="6365" y="7309"/>
                  </a:cubicBezTo>
                  <a:lnTo>
                    <a:pt x="6365" y="5892"/>
                  </a:lnTo>
                  <a:cubicBezTo>
                    <a:pt x="6365" y="4569"/>
                    <a:pt x="5546" y="3466"/>
                    <a:pt x="4412" y="2993"/>
                  </a:cubicBezTo>
                  <a:cubicBezTo>
                    <a:pt x="4758" y="2647"/>
                    <a:pt x="4947" y="2206"/>
                    <a:pt x="4947" y="1733"/>
                  </a:cubicBezTo>
                  <a:cubicBezTo>
                    <a:pt x="4947" y="788"/>
                    <a:pt x="4160" y="0"/>
                    <a:pt x="31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0" name="Google Shape;9385;p77">
              <a:extLst>
                <a:ext uri="{FF2B5EF4-FFF2-40B4-BE49-F238E27FC236}">
                  <a16:creationId xmlns:a16="http://schemas.microsoft.com/office/drawing/2014/main" id="{5A83A189-9690-1689-DA8B-489BDF7DA7C9}"/>
                </a:ext>
              </a:extLst>
            </p:cNvPr>
            <p:cNvSpPr/>
            <p:nvPr/>
          </p:nvSpPr>
          <p:spPr>
            <a:xfrm>
              <a:off x="2280425" y="2682250"/>
              <a:ext cx="157550" cy="155975"/>
            </a:xfrm>
            <a:custGeom>
              <a:avLst/>
              <a:gdLst/>
              <a:ahLst/>
              <a:cxnLst/>
              <a:rect l="l" t="t" r="r" b="b"/>
              <a:pathLst>
                <a:path w="6302" h="6239" extrusionOk="0">
                  <a:moveTo>
                    <a:pt x="3182" y="662"/>
                  </a:moveTo>
                  <a:cubicBezTo>
                    <a:pt x="4506" y="662"/>
                    <a:pt x="5608" y="1764"/>
                    <a:pt x="5608" y="3088"/>
                  </a:cubicBezTo>
                  <a:cubicBezTo>
                    <a:pt x="5577" y="4442"/>
                    <a:pt x="4474" y="5545"/>
                    <a:pt x="3151" y="5545"/>
                  </a:cubicBezTo>
                  <a:cubicBezTo>
                    <a:pt x="2710" y="5545"/>
                    <a:pt x="2300" y="5419"/>
                    <a:pt x="1954" y="5230"/>
                  </a:cubicBezTo>
                  <a:cubicBezTo>
                    <a:pt x="1891" y="5198"/>
                    <a:pt x="1796" y="5198"/>
                    <a:pt x="1733" y="5198"/>
                  </a:cubicBezTo>
                  <a:lnTo>
                    <a:pt x="946" y="5388"/>
                  </a:lnTo>
                  <a:lnTo>
                    <a:pt x="1166" y="4663"/>
                  </a:lnTo>
                  <a:cubicBezTo>
                    <a:pt x="1198" y="4568"/>
                    <a:pt x="1166" y="4474"/>
                    <a:pt x="1135" y="4411"/>
                  </a:cubicBezTo>
                  <a:cubicBezTo>
                    <a:pt x="883" y="4001"/>
                    <a:pt x="725" y="3560"/>
                    <a:pt x="725" y="3088"/>
                  </a:cubicBezTo>
                  <a:cubicBezTo>
                    <a:pt x="725" y="1764"/>
                    <a:pt x="1828" y="662"/>
                    <a:pt x="3182" y="662"/>
                  </a:cubicBezTo>
                  <a:close/>
                  <a:moveTo>
                    <a:pt x="3151" y="0"/>
                  </a:moveTo>
                  <a:cubicBezTo>
                    <a:pt x="1418" y="0"/>
                    <a:pt x="32" y="1418"/>
                    <a:pt x="32" y="3088"/>
                  </a:cubicBezTo>
                  <a:cubicBezTo>
                    <a:pt x="32" y="3655"/>
                    <a:pt x="158" y="4159"/>
                    <a:pt x="410" y="4631"/>
                  </a:cubicBezTo>
                  <a:lnTo>
                    <a:pt x="32" y="5766"/>
                  </a:lnTo>
                  <a:cubicBezTo>
                    <a:pt x="0" y="5892"/>
                    <a:pt x="32" y="6018"/>
                    <a:pt x="95" y="6144"/>
                  </a:cubicBezTo>
                  <a:cubicBezTo>
                    <a:pt x="189" y="6207"/>
                    <a:pt x="315" y="6238"/>
                    <a:pt x="473" y="6238"/>
                  </a:cubicBezTo>
                  <a:lnTo>
                    <a:pt x="1765" y="5923"/>
                  </a:lnTo>
                  <a:cubicBezTo>
                    <a:pt x="2206" y="6175"/>
                    <a:pt x="2678" y="6238"/>
                    <a:pt x="3182" y="6238"/>
                  </a:cubicBezTo>
                  <a:cubicBezTo>
                    <a:pt x="4915" y="6238"/>
                    <a:pt x="6301" y="4820"/>
                    <a:pt x="6301" y="3151"/>
                  </a:cubicBezTo>
                  <a:cubicBezTo>
                    <a:pt x="6238" y="1418"/>
                    <a:pt x="4884" y="0"/>
                    <a:pt x="31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9386;p77">
              <a:extLst>
                <a:ext uri="{FF2B5EF4-FFF2-40B4-BE49-F238E27FC236}">
                  <a16:creationId xmlns:a16="http://schemas.microsoft.com/office/drawing/2014/main" id="{ECBA58E9-00F9-7F24-F3CF-0F78D5C79D46}"/>
                </a:ext>
              </a:extLst>
            </p:cNvPr>
            <p:cNvSpPr/>
            <p:nvPr/>
          </p:nvSpPr>
          <p:spPr>
            <a:xfrm>
              <a:off x="2349725" y="2725550"/>
              <a:ext cx="18150" cy="17375"/>
            </a:xfrm>
            <a:custGeom>
              <a:avLst/>
              <a:gdLst/>
              <a:ahLst/>
              <a:cxnLst/>
              <a:rect l="l" t="t" r="r" b="b"/>
              <a:pathLst>
                <a:path w="726" h="695" extrusionOk="0">
                  <a:moveTo>
                    <a:pt x="379" y="1"/>
                  </a:moveTo>
                  <a:cubicBezTo>
                    <a:pt x="158" y="1"/>
                    <a:pt x="1" y="158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cubicBezTo>
                    <a:pt x="568" y="694"/>
                    <a:pt x="725" y="537"/>
                    <a:pt x="725" y="348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9387;p77">
              <a:extLst>
                <a:ext uri="{FF2B5EF4-FFF2-40B4-BE49-F238E27FC236}">
                  <a16:creationId xmlns:a16="http://schemas.microsoft.com/office/drawing/2014/main" id="{D448520E-18E3-249E-DDF0-876793EE0500}"/>
                </a:ext>
              </a:extLst>
            </p:cNvPr>
            <p:cNvSpPr/>
            <p:nvPr/>
          </p:nvSpPr>
          <p:spPr>
            <a:xfrm>
              <a:off x="2349725" y="2751550"/>
              <a:ext cx="18150" cy="52800"/>
            </a:xfrm>
            <a:custGeom>
              <a:avLst/>
              <a:gdLst/>
              <a:ahLst/>
              <a:cxnLst/>
              <a:rect l="l" t="t" r="r" b="b"/>
              <a:pathLst>
                <a:path w="726" h="2112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733"/>
                  </a:lnTo>
                  <a:cubicBezTo>
                    <a:pt x="1" y="1954"/>
                    <a:pt x="158" y="2111"/>
                    <a:pt x="379" y="2111"/>
                  </a:cubicBezTo>
                  <a:cubicBezTo>
                    <a:pt x="568" y="2111"/>
                    <a:pt x="725" y="1954"/>
                    <a:pt x="725" y="1733"/>
                  </a:cubicBezTo>
                  <a:lnTo>
                    <a:pt x="725" y="379"/>
                  </a:ln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" name="Google Shape;9091;p77">
            <a:extLst>
              <a:ext uri="{FF2B5EF4-FFF2-40B4-BE49-F238E27FC236}">
                <a16:creationId xmlns:a16="http://schemas.microsoft.com/office/drawing/2014/main" id="{D7FED2B1-7C4E-8B65-A272-D0742CBA5FAF}"/>
              </a:ext>
            </a:extLst>
          </p:cNvPr>
          <p:cNvGrpSpPr>
            <a:grpSpLocks noChangeAspect="1"/>
          </p:cNvGrpSpPr>
          <p:nvPr/>
        </p:nvGrpSpPr>
        <p:grpSpPr>
          <a:xfrm>
            <a:off x="5182287" y="3612893"/>
            <a:ext cx="1795472" cy="1800000"/>
            <a:chOff x="-63250675" y="2664125"/>
            <a:chExt cx="317425" cy="318225"/>
          </a:xfrm>
          <a:solidFill>
            <a:schemeClr val="tx1"/>
          </a:solidFill>
        </p:grpSpPr>
        <p:sp>
          <p:nvSpPr>
            <p:cNvPr id="24" name="Google Shape;9092;p77">
              <a:extLst>
                <a:ext uri="{FF2B5EF4-FFF2-40B4-BE49-F238E27FC236}">
                  <a16:creationId xmlns:a16="http://schemas.microsoft.com/office/drawing/2014/main" id="{0B5473A6-245A-FC3D-0780-28D821DE571F}"/>
                </a:ext>
              </a:extLst>
            </p:cNvPr>
            <p:cNvSpPr/>
            <p:nvPr/>
          </p:nvSpPr>
          <p:spPr>
            <a:xfrm>
              <a:off x="-63250675" y="2664125"/>
              <a:ext cx="317425" cy="318225"/>
            </a:xfrm>
            <a:custGeom>
              <a:avLst/>
              <a:gdLst/>
              <a:ahLst/>
              <a:cxnLst/>
              <a:rect l="l" t="t" r="r" b="b"/>
              <a:pathLst>
                <a:path w="12697" h="12729" extrusionOk="0">
                  <a:moveTo>
                    <a:pt x="6364" y="2521"/>
                  </a:moveTo>
                  <a:cubicBezTo>
                    <a:pt x="8475" y="2521"/>
                    <a:pt x="10208" y="4254"/>
                    <a:pt x="10208" y="6396"/>
                  </a:cubicBezTo>
                  <a:cubicBezTo>
                    <a:pt x="10208" y="8507"/>
                    <a:pt x="8475" y="10240"/>
                    <a:pt x="6364" y="10240"/>
                  </a:cubicBezTo>
                  <a:cubicBezTo>
                    <a:pt x="4222" y="10240"/>
                    <a:pt x="2489" y="8507"/>
                    <a:pt x="2489" y="6396"/>
                  </a:cubicBezTo>
                  <a:cubicBezTo>
                    <a:pt x="2489" y="4254"/>
                    <a:pt x="4222" y="2521"/>
                    <a:pt x="6364" y="2521"/>
                  </a:cubicBezTo>
                  <a:close/>
                  <a:moveTo>
                    <a:pt x="6364" y="1"/>
                  </a:moveTo>
                  <a:cubicBezTo>
                    <a:pt x="6112" y="1"/>
                    <a:pt x="5923" y="190"/>
                    <a:pt x="5923" y="442"/>
                  </a:cubicBezTo>
                  <a:lnTo>
                    <a:pt x="5923" y="1702"/>
                  </a:lnTo>
                  <a:cubicBezTo>
                    <a:pt x="4946" y="1765"/>
                    <a:pt x="4033" y="2174"/>
                    <a:pt x="3308" y="2773"/>
                  </a:cubicBezTo>
                  <a:lnTo>
                    <a:pt x="2426" y="1859"/>
                  </a:lnTo>
                  <a:cubicBezTo>
                    <a:pt x="2347" y="1781"/>
                    <a:pt x="2237" y="1741"/>
                    <a:pt x="2127" y="1741"/>
                  </a:cubicBezTo>
                  <a:cubicBezTo>
                    <a:pt x="2017" y="1741"/>
                    <a:pt x="1906" y="1781"/>
                    <a:pt x="1827" y="1859"/>
                  </a:cubicBezTo>
                  <a:cubicBezTo>
                    <a:pt x="1670" y="2017"/>
                    <a:pt x="1670" y="2300"/>
                    <a:pt x="1827" y="2458"/>
                  </a:cubicBezTo>
                  <a:lnTo>
                    <a:pt x="2741" y="3340"/>
                  </a:lnTo>
                  <a:cubicBezTo>
                    <a:pt x="2143" y="4065"/>
                    <a:pt x="1733" y="4978"/>
                    <a:pt x="1670" y="5955"/>
                  </a:cubicBezTo>
                  <a:lnTo>
                    <a:pt x="410" y="5955"/>
                  </a:lnTo>
                  <a:cubicBezTo>
                    <a:pt x="158" y="5955"/>
                    <a:pt x="0" y="6144"/>
                    <a:pt x="0" y="6333"/>
                  </a:cubicBezTo>
                  <a:cubicBezTo>
                    <a:pt x="0" y="6585"/>
                    <a:pt x="221" y="6774"/>
                    <a:pt x="410" y="6774"/>
                  </a:cubicBezTo>
                  <a:lnTo>
                    <a:pt x="1670" y="6774"/>
                  </a:lnTo>
                  <a:cubicBezTo>
                    <a:pt x="1733" y="7751"/>
                    <a:pt x="2143" y="8664"/>
                    <a:pt x="2741" y="9389"/>
                  </a:cubicBezTo>
                  <a:lnTo>
                    <a:pt x="1827" y="10271"/>
                  </a:lnTo>
                  <a:cubicBezTo>
                    <a:pt x="1670" y="10429"/>
                    <a:pt x="1670" y="10712"/>
                    <a:pt x="1827" y="10870"/>
                  </a:cubicBezTo>
                  <a:cubicBezTo>
                    <a:pt x="1890" y="10964"/>
                    <a:pt x="2017" y="10996"/>
                    <a:pt x="2111" y="10996"/>
                  </a:cubicBezTo>
                  <a:cubicBezTo>
                    <a:pt x="2174" y="10996"/>
                    <a:pt x="2300" y="10964"/>
                    <a:pt x="2363" y="10870"/>
                  </a:cubicBezTo>
                  <a:lnTo>
                    <a:pt x="3277" y="9956"/>
                  </a:lnTo>
                  <a:cubicBezTo>
                    <a:pt x="4001" y="10555"/>
                    <a:pt x="4883" y="10964"/>
                    <a:pt x="5892" y="11027"/>
                  </a:cubicBezTo>
                  <a:lnTo>
                    <a:pt x="5892" y="12287"/>
                  </a:lnTo>
                  <a:cubicBezTo>
                    <a:pt x="5892" y="12508"/>
                    <a:pt x="6081" y="12729"/>
                    <a:pt x="6301" y="12729"/>
                  </a:cubicBezTo>
                  <a:cubicBezTo>
                    <a:pt x="6553" y="12729"/>
                    <a:pt x="6711" y="12508"/>
                    <a:pt x="6711" y="12287"/>
                  </a:cubicBezTo>
                  <a:lnTo>
                    <a:pt x="6711" y="11027"/>
                  </a:lnTo>
                  <a:cubicBezTo>
                    <a:pt x="7687" y="10964"/>
                    <a:pt x="8601" y="10555"/>
                    <a:pt x="9294" y="9956"/>
                  </a:cubicBezTo>
                  <a:lnTo>
                    <a:pt x="10208" y="10870"/>
                  </a:lnTo>
                  <a:cubicBezTo>
                    <a:pt x="10302" y="10964"/>
                    <a:pt x="10397" y="10996"/>
                    <a:pt x="10491" y="10996"/>
                  </a:cubicBezTo>
                  <a:cubicBezTo>
                    <a:pt x="10617" y="10996"/>
                    <a:pt x="10680" y="10964"/>
                    <a:pt x="10775" y="10870"/>
                  </a:cubicBezTo>
                  <a:cubicBezTo>
                    <a:pt x="10932" y="10712"/>
                    <a:pt x="10932" y="10429"/>
                    <a:pt x="10775" y="10271"/>
                  </a:cubicBezTo>
                  <a:lnTo>
                    <a:pt x="9861" y="9389"/>
                  </a:lnTo>
                  <a:cubicBezTo>
                    <a:pt x="10460" y="8664"/>
                    <a:pt x="10838" y="7751"/>
                    <a:pt x="10932" y="6774"/>
                  </a:cubicBezTo>
                  <a:lnTo>
                    <a:pt x="12193" y="6774"/>
                  </a:lnTo>
                  <a:cubicBezTo>
                    <a:pt x="12413" y="6774"/>
                    <a:pt x="12602" y="6585"/>
                    <a:pt x="12602" y="6333"/>
                  </a:cubicBezTo>
                  <a:cubicBezTo>
                    <a:pt x="12697" y="6144"/>
                    <a:pt x="12508" y="5955"/>
                    <a:pt x="12256" y="5955"/>
                  </a:cubicBezTo>
                  <a:lnTo>
                    <a:pt x="10995" y="5955"/>
                  </a:lnTo>
                  <a:cubicBezTo>
                    <a:pt x="10932" y="4978"/>
                    <a:pt x="10523" y="4065"/>
                    <a:pt x="9924" y="3340"/>
                  </a:cubicBezTo>
                  <a:lnTo>
                    <a:pt x="10838" y="2458"/>
                  </a:lnTo>
                  <a:cubicBezTo>
                    <a:pt x="10995" y="2300"/>
                    <a:pt x="10995" y="2017"/>
                    <a:pt x="10838" y="1859"/>
                  </a:cubicBezTo>
                  <a:cubicBezTo>
                    <a:pt x="10759" y="1781"/>
                    <a:pt x="10649" y="1741"/>
                    <a:pt x="10539" y="1741"/>
                  </a:cubicBezTo>
                  <a:cubicBezTo>
                    <a:pt x="10428" y="1741"/>
                    <a:pt x="10318" y="1781"/>
                    <a:pt x="10239" y="1859"/>
                  </a:cubicBezTo>
                  <a:lnTo>
                    <a:pt x="9357" y="2773"/>
                  </a:lnTo>
                  <a:cubicBezTo>
                    <a:pt x="8633" y="2174"/>
                    <a:pt x="7719" y="1765"/>
                    <a:pt x="6742" y="1702"/>
                  </a:cubicBezTo>
                  <a:lnTo>
                    <a:pt x="6742" y="442"/>
                  </a:lnTo>
                  <a:cubicBezTo>
                    <a:pt x="6742" y="190"/>
                    <a:pt x="6553" y="1"/>
                    <a:pt x="63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093;p77">
              <a:extLst>
                <a:ext uri="{FF2B5EF4-FFF2-40B4-BE49-F238E27FC236}">
                  <a16:creationId xmlns:a16="http://schemas.microsoft.com/office/drawing/2014/main" id="{D08B8B54-EFFA-6B81-EA26-FBBC7ED744A7}"/>
                </a:ext>
              </a:extLst>
            </p:cNvPr>
            <p:cNvSpPr/>
            <p:nvPr/>
          </p:nvSpPr>
          <p:spPr>
            <a:xfrm>
              <a:off x="-63167975" y="2747625"/>
              <a:ext cx="152025" cy="152025"/>
            </a:xfrm>
            <a:custGeom>
              <a:avLst/>
              <a:gdLst/>
              <a:ahLst/>
              <a:cxnLst/>
              <a:rect l="l" t="t" r="r" b="b"/>
              <a:pathLst>
                <a:path w="6081" h="6081" extrusionOk="0">
                  <a:moveTo>
                    <a:pt x="2615" y="819"/>
                  </a:moveTo>
                  <a:lnTo>
                    <a:pt x="2615" y="1701"/>
                  </a:lnTo>
                  <a:cubicBezTo>
                    <a:pt x="2521" y="1733"/>
                    <a:pt x="2458" y="1733"/>
                    <a:pt x="2363" y="1764"/>
                  </a:cubicBezTo>
                  <a:lnTo>
                    <a:pt x="1796" y="1197"/>
                  </a:lnTo>
                  <a:cubicBezTo>
                    <a:pt x="2017" y="1040"/>
                    <a:pt x="2300" y="914"/>
                    <a:pt x="2615" y="819"/>
                  </a:cubicBezTo>
                  <a:close/>
                  <a:moveTo>
                    <a:pt x="3434" y="882"/>
                  </a:moveTo>
                  <a:cubicBezTo>
                    <a:pt x="3749" y="914"/>
                    <a:pt x="4033" y="1040"/>
                    <a:pt x="4253" y="1229"/>
                  </a:cubicBezTo>
                  <a:lnTo>
                    <a:pt x="3686" y="1827"/>
                  </a:lnTo>
                  <a:cubicBezTo>
                    <a:pt x="3592" y="1796"/>
                    <a:pt x="3529" y="1733"/>
                    <a:pt x="3434" y="1733"/>
                  </a:cubicBezTo>
                  <a:lnTo>
                    <a:pt x="3434" y="882"/>
                  </a:lnTo>
                  <a:close/>
                  <a:moveTo>
                    <a:pt x="1197" y="1796"/>
                  </a:moveTo>
                  <a:lnTo>
                    <a:pt x="1796" y="2363"/>
                  </a:lnTo>
                  <a:cubicBezTo>
                    <a:pt x="1733" y="2457"/>
                    <a:pt x="1701" y="2520"/>
                    <a:pt x="1701" y="2615"/>
                  </a:cubicBezTo>
                  <a:lnTo>
                    <a:pt x="851" y="2615"/>
                  </a:lnTo>
                  <a:cubicBezTo>
                    <a:pt x="914" y="2300"/>
                    <a:pt x="1040" y="2016"/>
                    <a:pt x="1197" y="1796"/>
                  </a:cubicBezTo>
                  <a:close/>
                  <a:moveTo>
                    <a:pt x="4852" y="1796"/>
                  </a:moveTo>
                  <a:cubicBezTo>
                    <a:pt x="5010" y="2016"/>
                    <a:pt x="5136" y="2300"/>
                    <a:pt x="5199" y="2615"/>
                  </a:cubicBezTo>
                  <a:lnTo>
                    <a:pt x="4348" y="2615"/>
                  </a:lnTo>
                  <a:cubicBezTo>
                    <a:pt x="4316" y="2520"/>
                    <a:pt x="4316" y="2457"/>
                    <a:pt x="4253" y="2363"/>
                  </a:cubicBezTo>
                  <a:lnTo>
                    <a:pt x="4852" y="1796"/>
                  </a:lnTo>
                  <a:close/>
                  <a:moveTo>
                    <a:pt x="3056" y="2457"/>
                  </a:moveTo>
                  <a:cubicBezTo>
                    <a:pt x="3214" y="2457"/>
                    <a:pt x="3308" y="2520"/>
                    <a:pt x="3434" y="2615"/>
                  </a:cubicBezTo>
                  <a:cubicBezTo>
                    <a:pt x="3560" y="2741"/>
                    <a:pt x="3592" y="2836"/>
                    <a:pt x="3592" y="2993"/>
                  </a:cubicBezTo>
                  <a:cubicBezTo>
                    <a:pt x="3592" y="3151"/>
                    <a:pt x="3529" y="3308"/>
                    <a:pt x="3434" y="3403"/>
                  </a:cubicBezTo>
                  <a:cubicBezTo>
                    <a:pt x="3308" y="3529"/>
                    <a:pt x="3214" y="3560"/>
                    <a:pt x="3056" y="3560"/>
                  </a:cubicBezTo>
                  <a:cubicBezTo>
                    <a:pt x="2899" y="3560"/>
                    <a:pt x="2773" y="3466"/>
                    <a:pt x="2647" y="3403"/>
                  </a:cubicBezTo>
                  <a:cubicBezTo>
                    <a:pt x="2521" y="3277"/>
                    <a:pt x="2489" y="3151"/>
                    <a:pt x="2489" y="2993"/>
                  </a:cubicBezTo>
                  <a:cubicBezTo>
                    <a:pt x="2489" y="2836"/>
                    <a:pt x="2584" y="2741"/>
                    <a:pt x="2647" y="2615"/>
                  </a:cubicBezTo>
                  <a:cubicBezTo>
                    <a:pt x="2773" y="2489"/>
                    <a:pt x="2899" y="2457"/>
                    <a:pt x="3056" y="2457"/>
                  </a:cubicBezTo>
                  <a:close/>
                  <a:moveTo>
                    <a:pt x="1733" y="3434"/>
                  </a:moveTo>
                  <a:cubicBezTo>
                    <a:pt x="1796" y="3529"/>
                    <a:pt x="1796" y="3592"/>
                    <a:pt x="1828" y="3686"/>
                  </a:cubicBezTo>
                  <a:lnTo>
                    <a:pt x="1229" y="4253"/>
                  </a:lnTo>
                  <a:cubicBezTo>
                    <a:pt x="1040" y="4033"/>
                    <a:pt x="914" y="3749"/>
                    <a:pt x="882" y="3434"/>
                  </a:cubicBezTo>
                  <a:close/>
                  <a:moveTo>
                    <a:pt x="5199" y="3434"/>
                  </a:moveTo>
                  <a:cubicBezTo>
                    <a:pt x="5136" y="3749"/>
                    <a:pt x="5010" y="4033"/>
                    <a:pt x="4852" y="4253"/>
                  </a:cubicBezTo>
                  <a:lnTo>
                    <a:pt x="4253" y="3686"/>
                  </a:lnTo>
                  <a:cubicBezTo>
                    <a:pt x="4316" y="3592"/>
                    <a:pt x="4348" y="3529"/>
                    <a:pt x="4348" y="3434"/>
                  </a:cubicBezTo>
                  <a:close/>
                  <a:moveTo>
                    <a:pt x="2363" y="4253"/>
                  </a:moveTo>
                  <a:cubicBezTo>
                    <a:pt x="2458" y="4316"/>
                    <a:pt x="2521" y="4348"/>
                    <a:pt x="2615" y="4348"/>
                  </a:cubicBezTo>
                  <a:lnTo>
                    <a:pt x="2615" y="5198"/>
                  </a:lnTo>
                  <a:cubicBezTo>
                    <a:pt x="2300" y="5167"/>
                    <a:pt x="2017" y="5041"/>
                    <a:pt x="1796" y="4852"/>
                  </a:cubicBezTo>
                  <a:lnTo>
                    <a:pt x="2363" y="4253"/>
                  </a:lnTo>
                  <a:close/>
                  <a:moveTo>
                    <a:pt x="3686" y="4253"/>
                  </a:moveTo>
                  <a:lnTo>
                    <a:pt x="4253" y="4852"/>
                  </a:lnTo>
                  <a:cubicBezTo>
                    <a:pt x="4033" y="5009"/>
                    <a:pt x="3749" y="5135"/>
                    <a:pt x="3434" y="5198"/>
                  </a:cubicBezTo>
                  <a:lnTo>
                    <a:pt x="3434" y="4348"/>
                  </a:lnTo>
                  <a:cubicBezTo>
                    <a:pt x="3529" y="4316"/>
                    <a:pt x="3592" y="4316"/>
                    <a:pt x="3686" y="4253"/>
                  </a:cubicBezTo>
                  <a:close/>
                  <a:moveTo>
                    <a:pt x="3056" y="0"/>
                  </a:moveTo>
                  <a:cubicBezTo>
                    <a:pt x="1355" y="0"/>
                    <a:pt x="0" y="1386"/>
                    <a:pt x="0" y="3056"/>
                  </a:cubicBezTo>
                  <a:cubicBezTo>
                    <a:pt x="0" y="3875"/>
                    <a:pt x="315" y="4631"/>
                    <a:pt x="882" y="5167"/>
                  </a:cubicBezTo>
                  <a:cubicBezTo>
                    <a:pt x="1229" y="5608"/>
                    <a:pt x="2111" y="6081"/>
                    <a:pt x="3056" y="6081"/>
                  </a:cubicBezTo>
                  <a:cubicBezTo>
                    <a:pt x="4694" y="6081"/>
                    <a:pt x="6081" y="4726"/>
                    <a:pt x="6081" y="3056"/>
                  </a:cubicBezTo>
                  <a:cubicBezTo>
                    <a:pt x="6081" y="1355"/>
                    <a:pt x="4694" y="0"/>
                    <a:pt x="305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" name="Subtitle 20">
            <a:extLst>
              <a:ext uri="{FF2B5EF4-FFF2-40B4-BE49-F238E27FC236}">
                <a16:creationId xmlns:a16="http://schemas.microsoft.com/office/drawing/2014/main" id="{6E37119A-174A-CA9A-ECDF-4E19A10A79A5}"/>
              </a:ext>
            </a:extLst>
          </p:cNvPr>
          <p:cNvSpPr txBox="1">
            <a:spLocks/>
          </p:cNvSpPr>
          <p:nvPr/>
        </p:nvSpPr>
        <p:spPr>
          <a:xfrm>
            <a:off x="1295407" y="4353289"/>
            <a:ext cx="2860195" cy="94793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1800" b="1" dirty="0">
                <a:solidFill>
                  <a:schemeClr val="tx1"/>
                </a:solidFill>
              </a:rPr>
              <a:t>Marketing</a:t>
            </a:r>
          </a:p>
        </p:txBody>
      </p:sp>
      <p:sp>
        <p:nvSpPr>
          <p:cNvPr id="30" name="Subtitle 20">
            <a:extLst>
              <a:ext uri="{FF2B5EF4-FFF2-40B4-BE49-F238E27FC236}">
                <a16:creationId xmlns:a16="http://schemas.microsoft.com/office/drawing/2014/main" id="{94C59B22-0A9B-B975-268F-3F39ADAAA487}"/>
              </a:ext>
            </a:extLst>
          </p:cNvPr>
          <p:cNvSpPr txBox="1">
            <a:spLocks/>
          </p:cNvSpPr>
          <p:nvPr/>
        </p:nvSpPr>
        <p:spPr>
          <a:xfrm>
            <a:off x="4482504" y="2540928"/>
            <a:ext cx="3150734" cy="140348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1800" b="1" dirty="0">
                <a:solidFill>
                  <a:schemeClr val="tx1"/>
                </a:solidFill>
              </a:rPr>
              <a:t>Project driving </a:t>
            </a:r>
          </a:p>
          <a:p>
            <a:pPr algn="ctr"/>
            <a:r>
              <a:rPr lang="en-GB" sz="1800" b="1" dirty="0">
                <a:solidFill>
                  <a:schemeClr val="tx1"/>
                </a:solidFill>
              </a:rPr>
              <a:t>&amp;</a:t>
            </a:r>
          </a:p>
          <a:p>
            <a:pPr algn="ctr"/>
            <a:r>
              <a:rPr lang="en-GB" sz="1800" b="1" dirty="0">
                <a:solidFill>
                  <a:schemeClr val="tx1"/>
                </a:solidFill>
              </a:rPr>
              <a:t>delivering</a:t>
            </a:r>
          </a:p>
        </p:txBody>
      </p:sp>
      <p:sp>
        <p:nvSpPr>
          <p:cNvPr id="31" name="Subtitle 20">
            <a:extLst>
              <a:ext uri="{FF2B5EF4-FFF2-40B4-BE49-F238E27FC236}">
                <a16:creationId xmlns:a16="http://schemas.microsoft.com/office/drawing/2014/main" id="{C03E1E0C-325A-5DF6-A907-3AEE7ABED2BD}"/>
              </a:ext>
            </a:extLst>
          </p:cNvPr>
          <p:cNvSpPr txBox="1">
            <a:spLocks/>
          </p:cNvSpPr>
          <p:nvPr/>
        </p:nvSpPr>
        <p:spPr>
          <a:xfrm>
            <a:off x="7833539" y="4039901"/>
            <a:ext cx="3150734" cy="140348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GB" sz="1800" b="1" dirty="0">
                <a:solidFill>
                  <a:schemeClr val="tx1"/>
                </a:solidFill>
              </a:rPr>
              <a:t>Wood-working</a:t>
            </a:r>
          </a:p>
          <a:p>
            <a:pPr algn="ctr"/>
            <a:r>
              <a:rPr lang="en-GB" sz="1800" b="1" dirty="0">
                <a:solidFill>
                  <a:schemeClr val="tx1"/>
                </a:solidFill>
              </a:rPr>
              <a:t>&amp;</a:t>
            </a:r>
          </a:p>
          <a:p>
            <a:pPr algn="ctr"/>
            <a:r>
              <a:rPr lang="en-GB" sz="1800" b="1" dirty="0">
                <a:solidFill>
                  <a:schemeClr val="tx1"/>
                </a:solidFill>
              </a:rPr>
              <a:t>New experience</a:t>
            </a:r>
          </a:p>
        </p:txBody>
      </p:sp>
    </p:spTree>
    <p:extLst>
      <p:ext uri="{BB962C8B-B14F-4D97-AF65-F5344CB8AC3E}">
        <p14:creationId xmlns:p14="http://schemas.microsoft.com/office/powerpoint/2010/main" val="33958180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255EE-39B7-072A-439F-31CB9D9E5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800" y="2932057"/>
            <a:ext cx="10290400" cy="1454062"/>
          </a:xfrm>
        </p:spPr>
        <p:txBody>
          <a:bodyPr/>
          <a:lstStyle/>
          <a:p>
            <a:r>
              <a:rPr lang="en-GB" sz="8000" dirty="0"/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561202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0146722"/>
      </p:ext>
    </p:extLst>
  </p:cSld>
  <p:clrMapOvr>
    <a:masterClrMapping/>
  </p:clrMapOvr>
</p:sld>
</file>

<file path=ppt/theme/theme1.xml><?xml version="1.0" encoding="utf-8"?>
<a:theme xmlns:a="http://schemas.openxmlformats.org/drawingml/2006/main" name="Wood Backgrounds Theme by Slidesgo">
  <a:themeElements>
    <a:clrScheme name="Simple Light">
      <a:dk1>
        <a:srgbClr val="FFFFFF"/>
      </a:dk1>
      <a:lt1>
        <a:srgbClr val="C3A78E"/>
      </a:lt1>
      <a:dk2>
        <a:srgbClr val="000000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Backgrounds Theme by Slidesgo</Template>
  <TotalTime>18529</TotalTime>
  <Words>118</Words>
  <Application>Microsoft Macintosh PowerPoint</Application>
  <PresentationFormat>Widescreen</PresentationFormat>
  <Paragraphs>63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Actor</vt:lpstr>
      <vt:lpstr>Aptos</vt:lpstr>
      <vt:lpstr>Arial</vt:lpstr>
      <vt:lpstr>Calibri</vt:lpstr>
      <vt:lpstr>Philosopher</vt:lpstr>
      <vt:lpstr>Proxima Nova</vt:lpstr>
      <vt:lpstr>Wood Backgrounds Theme by Slidesgo</vt:lpstr>
      <vt:lpstr>Slidesgo Final Pages</vt:lpstr>
      <vt:lpstr>PowerPoint Presentation</vt:lpstr>
      <vt:lpstr>History</vt:lpstr>
      <vt:lpstr>Sawmills in France</vt:lpstr>
      <vt:lpstr>My personal experience</vt:lpstr>
      <vt:lpstr>losses during the sawing process</vt:lpstr>
      <vt:lpstr>Implications</vt:lpstr>
      <vt:lpstr>The software</vt:lpstr>
      <vt:lpstr>Objectives</vt:lpstr>
      <vt:lpstr>Target</vt:lpstr>
      <vt:lpstr>Algorithm</vt:lpstr>
      <vt:lpstr>Technologies</vt:lpstr>
      <vt:lpstr>Demonstration</vt:lpstr>
      <vt:lpstr>Feedback</vt:lpstr>
      <vt:lpstr>Future improvements</vt:lpstr>
      <vt:lpstr>Retrospective</vt:lpstr>
      <vt:lpstr>PowerPoint Presentation</vt:lpstr>
      <vt:lpstr>Thanks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Arthur LEMOINE</dc:creator>
  <cp:lastModifiedBy>Arthur LEMOINE</cp:lastModifiedBy>
  <cp:revision>5</cp:revision>
  <dcterms:created xsi:type="dcterms:W3CDTF">2024-06-07T21:53:10Z</dcterms:created>
  <dcterms:modified xsi:type="dcterms:W3CDTF">2024-07-04T20:24:19Z</dcterms:modified>
</cp:coreProperties>
</file>