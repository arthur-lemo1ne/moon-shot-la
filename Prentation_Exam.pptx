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 autoAdjust="0"/>
    <p:restoredTop sz="86462" autoAdjust="0"/>
  </p:normalViewPr>
  <p:slideViewPr>
    <p:cSldViewPr snapToGrid="0">
      <p:cViewPr varScale="1">
        <p:scale>
          <a:sx n="96" d="100"/>
          <a:sy n="96" d="100"/>
        </p:scale>
        <p:origin x="11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C7EF-6036-44D0-AC86-3AB4B1176B1B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D5660-3C79-49B3-A860-FC3C1F08A73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872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D5660-3C79-49B3-A860-FC3C1F08A73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8784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627F62-4123-4394-4C75-9E2948EBA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AE77F84-833D-E8E6-D804-956C289B9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8B769E-E498-57F2-B1DF-EC236D27B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F2D9-4C3B-4AE2-BE24-365B36283484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B22D0E-56CD-3CF5-B32D-B63468ADA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294C2B-DD7D-71BE-ED9D-7C3CDB677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F4D5-81E5-4699-B673-2B62FB09E32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403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E1B7EA-24E4-2BCB-A1A2-34235AE8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55EE26-B4F0-5FA4-A46C-739E6FA8B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7E08E7-6A5F-18D3-3CC7-3EB44D1F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F2D9-4C3B-4AE2-BE24-365B36283484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33C0AE-C582-1A42-0B3D-9E6894997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7A8BC5-4B3E-EFCA-AFB6-F942BD3BF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F4D5-81E5-4699-B673-2B62FB09E32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139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B3FF87-B501-C32D-04F2-8BC2DCC1A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3298FF-F12E-B859-DFF1-A5D820549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651A65-7B31-7E11-E397-9E474A632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F2D9-4C3B-4AE2-BE24-365B36283484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5F4AD7-FC57-7058-A3F0-82F6206D3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E5137A-8500-1799-0241-852C22415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F4D5-81E5-4699-B673-2B62FB09E32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069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3A36C9-29E3-2A39-A986-B22CD0A0F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90FCD2-D1ED-0933-ED21-10C5A4466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0B3E000-D621-FB8C-B38D-9ABBFB6D5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C1E579B-B50B-A2F4-29DF-B1CC7D625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F2D9-4C3B-4AE2-BE24-365B36283484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8A3747-87A1-EECE-C913-B28A1B444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CD26B54-0C2F-8F94-630E-53BE41E7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F4D5-81E5-4699-B673-2B62FB09E32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4301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BD59C4-A000-8E9A-9C91-A96871936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FF4D9C5-DCC8-B9C9-AECD-1766965F4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9CE093-AE32-C3B9-373D-A5A8AF039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535585C-31BF-F549-1996-F305891F5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B81F552-BB76-AC5F-358E-985952039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A12D93A-35E7-1F7A-C8FF-DC552FF93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F2D9-4C3B-4AE2-BE24-365B36283484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FF47669-F2EE-7800-9607-9322EF78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069C41E-8191-69F1-0E46-6DAD4F088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F4D5-81E5-4699-B673-2B62FB09E32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852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D56EFF-4C54-5A57-F64C-2486E1C0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F2F4956-8845-A1F8-488C-15FC4F329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F2D9-4C3B-4AE2-BE24-365B36283484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A954250-0CEB-F206-516F-9C951BE5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8B1CB8A-9415-CCE6-C029-8AE7FEC59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F4D5-81E5-4699-B673-2B62FB09E32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715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3045035-96CB-4D69-A742-B24F0C55F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F2D9-4C3B-4AE2-BE24-365B36283484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F0E0EEB-61D2-346D-F289-2CC637686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2A13EF-DD91-2CC8-E746-2660856C1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F4D5-81E5-4699-B673-2B62FB09E32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460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A24901-EFCE-7C46-220E-4DF4B714A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801633-CAC8-FFE8-9535-4295084C3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C502C01-21DF-7FD0-A3FD-F59D3313E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165199F-AAA9-950B-57F0-1EA6D1EC5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F2D9-4C3B-4AE2-BE24-365B36283484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6CFF8E9-F32B-736B-D7E2-6D7198FE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C4B91B-4CD3-11E4-1C72-8F108AC63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F4D5-81E5-4699-B673-2B62FB09E32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04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9BA1E7-4C1E-972E-997F-231E0CF7A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6278431-FF0F-A95E-F6C1-A8765D9EC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E0CAD7A-5FEF-3835-6C7F-DA2F7996C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2C1716-58FC-079D-76C0-551F69896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F2D9-4C3B-4AE2-BE24-365B36283484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CE02685-FCF3-B80C-624B-0AE60990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452765-8873-87ED-E740-91FBCDC6C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F4D5-81E5-4699-B673-2B62FB09E32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9002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03A67B-5643-105A-052B-78D9F51B4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F31CC5B-11CC-D6F1-F0D9-058349405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D73DDA-B08B-DB02-EDFF-4CD188960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F2D9-4C3B-4AE2-BE24-365B36283484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392F72-EF5D-0A20-5510-30FC7824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D4CEB6-E1E7-46CF-C2BD-642261E7A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F4D5-81E5-4699-B673-2B62FB09E32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785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213DA5-2C00-E7BD-D757-1D81060ED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EB3A708-E71E-8D69-37C2-4112A5A70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EE39CC-A5A5-0047-F26C-87CE9772D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5F2D9-4C3B-4AE2-BE24-365B36283484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933769-D08A-450E-22F0-5B5CD262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2352AA-ACD3-7BB9-577E-4E55EEF4B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F4D5-81E5-4699-B673-2B62FB09E32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077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1AC5511-2A88-67AC-1BDB-BF3B5C7D0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764009-C4D8-F9F5-89E1-3FDA70FF8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3ED05-C6C9-C27C-FEEA-9BB5F18A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65F2D9-4C3B-4AE2-BE24-365B36283484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E02AE6-1E80-C705-DDB5-B0D424A4F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7F542B-6B5B-384F-AE52-711267643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7F4D5-81E5-4699-B673-2B62FB09E32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325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RU-CUT Series 70 Sawmills">
            <a:extLst>
              <a:ext uri="{FF2B5EF4-FFF2-40B4-BE49-F238E27FC236}">
                <a16:creationId xmlns:a16="http://schemas.microsoft.com/office/drawing/2014/main" id="{74100883-88A6-6D92-EBFE-43CD1EE878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42" b="9158"/>
          <a:stretch/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346806B-40C3-D30B-8BF0-49254AFA6014}"/>
              </a:ext>
            </a:extLst>
          </p:cNvPr>
          <p:cNvSpPr/>
          <p:nvPr/>
        </p:nvSpPr>
        <p:spPr>
          <a:xfrm>
            <a:off x="522048" y="4593590"/>
            <a:ext cx="6385746" cy="226441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AE5ED0-AF5E-C178-9F3B-3BD9B5682C72}"/>
              </a:ext>
            </a:extLst>
          </p:cNvPr>
          <p:cNvSpPr/>
          <p:nvPr/>
        </p:nvSpPr>
        <p:spPr>
          <a:xfrm>
            <a:off x="0" y="4593590"/>
            <a:ext cx="522047" cy="22644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1587C26-1631-9EBD-CF7B-ADB86337E848}"/>
              </a:ext>
            </a:extLst>
          </p:cNvPr>
          <p:cNvSpPr txBox="1"/>
          <p:nvPr/>
        </p:nvSpPr>
        <p:spPr>
          <a:xfrm>
            <a:off x="458673" y="4328732"/>
            <a:ext cx="6512495" cy="1602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9600" b="1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SawMill</a:t>
            </a:r>
            <a:r>
              <a:rPr lang="en-GB" sz="9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++</a:t>
            </a:r>
            <a:endParaRPr lang="fr-FR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1EB2D12-C61D-6553-0C2F-9D319C49F889}"/>
              </a:ext>
            </a:extLst>
          </p:cNvPr>
          <p:cNvSpPr txBox="1"/>
          <p:nvPr/>
        </p:nvSpPr>
        <p:spPr>
          <a:xfrm>
            <a:off x="522047" y="6136265"/>
            <a:ext cx="4997513" cy="721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40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Arthur LEMOINE</a:t>
            </a:r>
            <a:endParaRPr lang="fr-FR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901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7C900-95F0-EDC6-7985-FD31A724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D477A3-C9DA-E62C-5C61-10CB62A87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2364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CAD747-AE07-6A58-D746-C28120F55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C2AA90-A313-0413-AB78-12C41558B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1445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B7E6F4-B7B9-B712-D644-3FFDDE659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F30E4B-6D5E-1834-8BF8-C6C64D648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837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2191</TotalTime>
  <Words>6</Words>
  <Application>Microsoft Macintosh PowerPoint</Application>
  <PresentationFormat>Widescreen</PresentationFormat>
  <Paragraphs>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Thème Office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 LEMOINE</dc:creator>
  <cp:lastModifiedBy>Arthur LEMOINE</cp:lastModifiedBy>
  <cp:revision>4</cp:revision>
  <dcterms:created xsi:type="dcterms:W3CDTF">2024-06-07T21:53:10Z</dcterms:created>
  <dcterms:modified xsi:type="dcterms:W3CDTF">2024-06-13T20:04:24Z</dcterms:modified>
</cp:coreProperties>
</file>